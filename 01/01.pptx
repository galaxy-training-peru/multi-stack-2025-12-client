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27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733C-1B1B-872A-D61E-A658FFC2D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E6974-C958-E8C2-736C-94998C57A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9ABB-A8A5-7AE1-F54B-8110DF56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F0CB8-BAAE-5366-DE10-10472D3C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B082F-8926-C3FC-343D-EA81DB26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552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4A87-A639-CA61-2855-8E975B1F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D8C14-9BB2-9DFF-4B0F-0FEAFD15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A04DC-D2C4-71BD-D903-7D66166F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67565-0882-96AF-97E5-671687E2B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693B9-168F-0111-667F-5A5012BF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606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3B54-7423-6EF6-61A7-D3458ABD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7E6AE-3AA1-27F5-8095-9FADC3AE5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EA1B-B7E5-A0C7-8F3B-B1C0FE128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C0EFD-575C-1779-C635-E6D3FAB77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676C9-3AEB-B43A-48AC-038CE5B5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4793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5EB4-9730-F93A-E236-78AC09B4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B3CCF-39BE-3A98-1CDF-DD6F74379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B0ADD-1905-8DA0-2F3E-DE45D21DA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A3862-EC6B-3706-EB46-ADB2CA09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141F3-B6FD-896B-22AC-0DA944A97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042A7-D5FC-9078-68CB-074196B3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804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396A-69A4-25DE-20C2-9AF86554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BA6CC-F772-24D5-7A8B-434925F49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38563-A354-EB40-F223-3FD5F5ED2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E9AE97-3A51-BEEC-D820-DF0F17BC3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07081-6E3F-10F1-C39F-8D0220988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5A042-CAFB-0920-2112-9A14834F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2D081-D3F0-7A31-B92C-15DE52E6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F514B-76D6-E957-E205-1A2E6B82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675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EDB7-7982-4F59-038C-9E6F0CAA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E9B17-1A23-05B6-E2C5-520DE231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0B6BA-447F-BF31-A312-CF2B86B1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3BB21-D3D4-CC0C-5828-F204438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044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DAB14-EB27-95D0-602D-C1155CC6C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0B527-5235-4213-913C-4711B7B4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E2500-D342-F685-C222-083875A5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11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0307-AD0B-7AAF-C2C1-D15ACD42F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7B1A7-EE9A-5745-4AB5-18AF7BF1B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9887F-B9D4-5942-086F-047519F9D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D31B2-B9ED-0385-249A-CFC2ECAD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67213-ED56-D5DB-6BFF-8C798501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6520E-9630-4E33-A51D-CC8224A8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9953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E118-60BD-A9D5-180E-FEAB8F69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C107A-C94D-8F76-1619-7AAD0CB1C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8210F-F96B-3C16-5929-0A8D82FD2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2DD02-7582-8E90-B0CD-D3CE13F0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908BA-B860-4FE4-39ED-6F3DCB7DB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76EB9-FDA6-1697-DB39-0F0F69D6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471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6A37-08E1-452D-BC54-B9611CBC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29F4C-14A7-CB33-8259-452CFFBD9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22FEB-9BC0-9F9E-4A21-CE690087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8E086-859B-4DA0-72B4-05D2F266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8474D-2DAE-855E-4B5A-D7EB02D0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187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7BCBC-A793-38DD-1B9D-0FB152FC6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D1965-2C8A-0C15-CA24-A329EDB80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8168-A780-151A-9F5D-1574C846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FE358-ECAC-0EC1-0875-22C5E1C9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FCFD2-6020-46EC-413A-181F400F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096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7D87CF-E298-0E95-EA9D-8BE16731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9B03D-F748-5595-6AA8-DE56D2479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7C90E-A52A-C8BB-3BA6-6EF3A14FB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75705-985A-4077-B4DA-A399D1BCE593}" type="datetimeFigureOut">
              <a:rPr lang="es-PE" smtClean="0"/>
              <a:t>15/02/2026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1C3DE-3120-0748-0C11-ED149C978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A1D0E-3E7D-4F49-E67E-919C2ED05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D2BA85-F333-4FC8-B499-D1124B21E671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360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4149EB-87A3-AB21-8F96-115A9D391AC7}"/>
              </a:ext>
            </a:extLst>
          </p:cNvPr>
          <p:cNvSpPr/>
          <p:nvPr/>
        </p:nvSpPr>
        <p:spPr>
          <a:xfrm>
            <a:off x="720436" y="591127"/>
            <a:ext cx="3398982" cy="41840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CE641C-522D-1F57-00B3-A9BFFA8F9145}"/>
              </a:ext>
            </a:extLst>
          </p:cNvPr>
          <p:cNvSpPr/>
          <p:nvPr/>
        </p:nvSpPr>
        <p:spPr>
          <a:xfrm>
            <a:off x="886691" y="738910"/>
            <a:ext cx="3048000" cy="12376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1B46E-709B-3076-2F6E-D2C7D5D669C1}"/>
              </a:ext>
            </a:extLst>
          </p:cNvPr>
          <p:cNvSpPr txBox="1"/>
          <p:nvPr/>
        </p:nvSpPr>
        <p:spPr>
          <a:xfrm>
            <a:off x="886691" y="738910"/>
            <a:ext cx="2869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Component</a:t>
            </a:r>
            <a:r>
              <a:rPr lang="es-419" dirty="0"/>
              <a:t>  (</a:t>
            </a:r>
            <a:r>
              <a:rPr lang="es-419" dirty="0" err="1"/>
              <a:t>Presentation</a:t>
            </a:r>
            <a:r>
              <a:rPr lang="es-419" dirty="0"/>
              <a:t>)</a:t>
            </a:r>
            <a:endParaRPr lang="es-P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6D26AE-F7B0-DABB-C595-8A1600825C02}"/>
              </a:ext>
            </a:extLst>
          </p:cNvPr>
          <p:cNvSpPr/>
          <p:nvPr/>
        </p:nvSpPr>
        <p:spPr>
          <a:xfrm>
            <a:off x="886691" y="2595419"/>
            <a:ext cx="3048000" cy="12376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274CE-065A-5387-F55D-9F33AD9182DA}"/>
              </a:ext>
            </a:extLst>
          </p:cNvPr>
          <p:cNvSpPr txBox="1"/>
          <p:nvPr/>
        </p:nvSpPr>
        <p:spPr>
          <a:xfrm>
            <a:off x="886691" y="2595419"/>
            <a:ext cx="163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/>
              <a:t>Service</a:t>
            </a:r>
            <a:r>
              <a:rPr lang="es-419" dirty="0"/>
              <a:t> (</a:t>
            </a:r>
            <a:r>
              <a:rPr lang="es-419" dirty="0" err="1"/>
              <a:t>Logic</a:t>
            </a:r>
            <a:r>
              <a:rPr lang="es-419" dirty="0"/>
              <a:t>)</a:t>
            </a:r>
            <a:endParaRPr lang="es-PE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BC5684C-ECB7-8D51-53DA-0372295EB01C}"/>
              </a:ext>
            </a:extLst>
          </p:cNvPr>
          <p:cNvSpPr/>
          <p:nvPr/>
        </p:nvSpPr>
        <p:spPr>
          <a:xfrm>
            <a:off x="2059709" y="2050473"/>
            <a:ext cx="350982" cy="452582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6827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4912A5-0120-6672-A185-587C035A7E70}"/>
              </a:ext>
            </a:extLst>
          </p:cNvPr>
          <p:cNvSpPr/>
          <p:nvPr/>
        </p:nvSpPr>
        <p:spPr>
          <a:xfrm>
            <a:off x="789272" y="529389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5B7362-43F8-13DA-8AAE-BBDEB9085244}"/>
              </a:ext>
            </a:extLst>
          </p:cNvPr>
          <p:cNvCxnSpPr/>
          <p:nvPr/>
        </p:nvCxnSpPr>
        <p:spPr>
          <a:xfrm>
            <a:off x="875899" y="1973179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2FBE79-00E0-1731-DE35-86D99952FF9A}"/>
              </a:ext>
            </a:extLst>
          </p:cNvPr>
          <p:cNvCxnSpPr/>
          <p:nvPr/>
        </p:nvCxnSpPr>
        <p:spPr>
          <a:xfrm>
            <a:off x="3676851" y="240632"/>
            <a:ext cx="0" cy="6468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E958158-19D3-643B-16BA-E844ADF3E40F}"/>
              </a:ext>
            </a:extLst>
          </p:cNvPr>
          <p:cNvSpPr/>
          <p:nvPr/>
        </p:nvSpPr>
        <p:spPr>
          <a:xfrm>
            <a:off x="4235116" y="240631"/>
            <a:ext cx="6689552" cy="6362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4CE3AB-9283-1383-32BF-ACB536348C24}"/>
              </a:ext>
            </a:extLst>
          </p:cNvPr>
          <p:cNvSpPr/>
          <p:nvPr/>
        </p:nvSpPr>
        <p:spPr>
          <a:xfrm>
            <a:off x="4600878" y="437950"/>
            <a:ext cx="1241659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4498B-42AF-4B0D-1D7E-892A2BF088C7}"/>
              </a:ext>
            </a:extLst>
          </p:cNvPr>
          <p:cNvSpPr/>
          <p:nvPr/>
        </p:nvSpPr>
        <p:spPr>
          <a:xfrm>
            <a:off x="6208299" y="437950"/>
            <a:ext cx="1241659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3235E-4936-4D35-D96A-2FDEFDC506D3}"/>
              </a:ext>
            </a:extLst>
          </p:cNvPr>
          <p:cNvSpPr/>
          <p:nvPr/>
        </p:nvSpPr>
        <p:spPr>
          <a:xfrm>
            <a:off x="7945653" y="437950"/>
            <a:ext cx="1241659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9E159-85C5-A795-5846-184AA8998674}"/>
              </a:ext>
            </a:extLst>
          </p:cNvPr>
          <p:cNvSpPr txBox="1"/>
          <p:nvPr/>
        </p:nvSpPr>
        <p:spPr>
          <a:xfrm>
            <a:off x="4533501" y="2039692"/>
            <a:ext cx="877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Home.html</a:t>
            </a:r>
            <a:endParaRPr lang="es-PE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EC121A-BB30-2C62-58F6-EBBBFCFFD9DA}"/>
              </a:ext>
            </a:extLst>
          </p:cNvPr>
          <p:cNvSpPr txBox="1"/>
          <p:nvPr/>
        </p:nvSpPr>
        <p:spPr>
          <a:xfrm>
            <a:off x="6208299" y="2039692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About.html</a:t>
            </a:r>
            <a:endParaRPr lang="es-PE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1F3A7-EC91-9BE7-601F-DBFEC4A00C92}"/>
              </a:ext>
            </a:extLst>
          </p:cNvPr>
          <p:cNvSpPr txBox="1"/>
          <p:nvPr/>
        </p:nvSpPr>
        <p:spPr>
          <a:xfrm>
            <a:off x="7945653" y="2039692"/>
            <a:ext cx="10567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Products.html</a:t>
            </a:r>
            <a:endParaRPr lang="es-PE" sz="1100" dirty="0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A706108-4476-C373-B21B-626738189396}"/>
              </a:ext>
            </a:extLst>
          </p:cNvPr>
          <p:cNvCxnSpPr>
            <a:stCxn id="4" idx="2"/>
            <a:endCxn id="10" idx="2"/>
          </p:cNvCxnSpPr>
          <p:nvPr/>
        </p:nvCxnSpPr>
        <p:spPr>
          <a:xfrm rot="16200000" flipH="1">
            <a:off x="3376062" y="127533"/>
            <a:ext cx="240632" cy="3450659"/>
          </a:xfrm>
          <a:prstGeom prst="curvedConnector3">
            <a:avLst>
              <a:gd name="adj1" fmla="val 2950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32FD7551-2DFF-D0B5-9809-0172ACCB61F4}"/>
              </a:ext>
            </a:extLst>
          </p:cNvPr>
          <p:cNvCxnSpPr>
            <a:cxnSpLocks/>
            <a:stCxn id="4" idx="2"/>
            <a:endCxn id="11" idx="2"/>
          </p:cNvCxnSpPr>
          <p:nvPr/>
        </p:nvCxnSpPr>
        <p:spPr>
          <a:xfrm rot="16200000" flipH="1">
            <a:off x="4179773" y="-676177"/>
            <a:ext cx="240632" cy="5058080"/>
          </a:xfrm>
          <a:prstGeom prst="curvedConnector3">
            <a:avLst>
              <a:gd name="adj1" fmla="val 403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4B6381F2-E90A-A19D-8A3B-DD2EDB94D23B}"/>
              </a:ext>
            </a:extLst>
          </p:cNvPr>
          <p:cNvCxnSpPr>
            <a:cxnSpLocks/>
            <a:stCxn id="4" idx="2"/>
            <a:endCxn id="12" idx="2"/>
          </p:cNvCxnSpPr>
          <p:nvPr/>
        </p:nvCxnSpPr>
        <p:spPr>
          <a:xfrm rot="16200000" flipH="1">
            <a:off x="5048450" y="-1544854"/>
            <a:ext cx="240632" cy="6795434"/>
          </a:xfrm>
          <a:prstGeom prst="curvedConnector3">
            <a:avLst>
              <a:gd name="adj1" fmla="val 5149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2D8C273-7358-8E00-3783-D7F1412850C2}"/>
              </a:ext>
            </a:extLst>
          </p:cNvPr>
          <p:cNvSpPr txBox="1"/>
          <p:nvPr/>
        </p:nvSpPr>
        <p:spPr>
          <a:xfrm>
            <a:off x="4677477" y="555702"/>
            <a:ext cx="7922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CSS</a:t>
            </a:r>
          </a:p>
          <a:p>
            <a:r>
              <a:rPr lang="es-419" sz="1100" dirty="0" err="1"/>
              <a:t>Javascript</a:t>
            </a:r>
            <a:endParaRPr lang="es-419" sz="1100" dirty="0"/>
          </a:p>
          <a:p>
            <a:r>
              <a:rPr lang="es-419" sz="1100" dirty="0" err="1"/>
              <a:t>Images</a:t>
            </a:r>
            <a:endParaRPr lang="es-419" sz="1100" dirty="0"/>
          </a:p>
          <a:p>
            <a:r>
              <a:rPr lang="es-419" sz="1100" dirty="0" err="1"/>
              <a:t>Objects</a:t>
            </a:r>
            <a:endParaRPr lang="es-PE" sz="11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525F86-F846-5F0C-E8ED-A735C2116C5C}"/>
              </a:ext>
            </a:extLst>
          </p:cNvPr>
          <p:cNvCxnSpPr/>
          <p:nvPr/>
        </p:nvCxnSpPr>
        <p:spPr>
          <a:xfrm>
            <a:off x="317634" y="3108960"/>
            <a:ext cx="115888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04C7CA9-51F3-B9E2-6DE4-EA116FE61635}"/>
              </a:ext>
            </a:extLst>
          </p:cNvPr>
          <p:cNvSpPr/>
          <p:nvPr/>
        </p:nvSpPr>
        <p:spPr>
          <a:xfrm>
            <a:off x="8070791" y="561623"/>
            <a:ext cx="267425" cy="5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4EF021-3BE8-B23A-C1B7-D765F7130F87}"/>
              </a:ext>
            </a:extLst>
          </p:cNvPr>
          <p:cNvSpPr/>
          <p:nvPr/>
        </p:nvSpPr>
        <p:spPr>
          <a:xfrm>
            <a:off x="8805756" y="555702"/>
            <a:ext cx="267425" cy="5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B1FE11-615D-0514-0A7F-50D128B5F6A0}"/>
              </a:ext>
            </a:extLst>
          </p:cNvPr>
          <p:cNvSpPr/>
          <p:nvPr/>
        </p:nvSpPr>
        <p:spPr>
          <a:xfrm>
            <a:off x="8438273" y="555702"/>
            <a:ext cx="267425" cy="5030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215C81-C4E6-7460-97FB-D3D231004C8D}"/>
              </a:ext>
            </a:extLst>
          </p:cNvPr>
          <p:cNvSpPr/>
          <p:nvPr/>
        </p:nvSpPr>
        <p:spPr>
          <a:xfrm>
            <a:off x="8070791" y="1196212"/>
            <a:ext cx="1002390" cy="6702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71F20AE-5371-F163-37B7-131D962DB964}"/>
              </a:ext>
            </a:extLst>
          </p:cNvPr>
          <p:cNvSpPr/>
          <p:nvPr/>
        </p:nvSpPr>
        <p:spPr>
          <a:xfrm>
            <a:off x="789272" y="3777916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1ACC03-5237-5C8A-1BA2-53E9BA169084}"/>
              </a:ext>
            </a:extLst>
          </p:cNvPr>
          <p:cNvCxnSpPr/>
          <p:nvPr/>
        </p:nvCxnSpPr>
        <p:spPr>
          <a:xfrm>
            <a:off x="875899" y="5221706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3E9843B-B7CA-EA7C-96F2-54CBFB9DC38B}"/>
              </a:ext>
            </a:extLst>
          </p:cNvPr>
          <p:cNvSpPr/>
          <p:nvPr/>
        </p:nvSpPr>
        <p:spPr>
          <a:xfrm>
            <a:off x="4600878" y="3543640"/>
            <a:ext cx="1241659" cy="15352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37833A-F95B-59F4-6909-CDA40A7F5AAC}"/>
              </a:ext>
            </a:extLst>
          </p:cNvPr>
          <p:cNvSpPr txBox="1"/>
          <p:nvPr/>
        </p:nvSpPr>
        <p:spPr>
          <a:xfrm>
            <a:off x="4533501" y="5145382"/>
            <a:ext cx="130676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ASP.NET, SPRING,</a:t>
            </a:r>
          </a:p>
          <a:p>
            <a:r>
              <a:rPr lang="es-419" sz="1100" dirty="0"/>
              <a:t>ASP, PHP, JSP</a:t>
            </a:r>
          </a:p>
          <a:p>
            <a:r>
              <a:rPr lang="es-419" sz="1100" dirty="0" err="1"/>
              <a:t>Pybthon</a:t>
            </a:r>
            <a:endParaRPr lang="es-PE" sz="1100" dirty="0"/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9E490BCD-D6D1-9188-AF3A-D94250BADD14}"/>
              </a:ext>
            </a:extLst>
          </p:cNvPr>
          <p:cNvCxnSpPr>
            <a:cxnSpLocks/>
            <a:stCxn id="39" idx="2"/>
            <a:endCxn id="42" idx="2"/>
          </p:cNvCxnSpPr>
          <p:nvPr/>
        </p:nvCxnSpPr>
        <p:spPr>
          <a:xfrm rot="16200000" flipH="1">
            <a:off x="3447481" y="3304641"/>
            <a:ext cx="97795" cy="3450659"/>
          </a:xfrm>
          <a:prstGeom prst="curvedConnector3">
            <a:avLst>
              <a:gd name="adj1" fmla="val 11408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7DBB7CB-30BD-BD42-4B63-3B76C77A74BA}"/>
              </a:ext>
            </a:extLst>
          </p:cNvPr>
          <p:cNvSpPr/>
          <p:nvPr/>
        </p:nvSpPr>
        <p:spPr>
          <a:xfrm>
            <a:off x="6208300" y="3179708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462D53-EBD9-D35D-8FE7-F94FF90ECDB3}"/>
              </a:ext>
            </a:extLst>
          </p:cNvPr>
          <p:cNvSpPr txBox="1"/>
          <p:nvPr/>
        </p:nvSpPr>
        <p:spPr>
          <a:xfrm>
            <a:off x="6217927" y="4702867"/>
            <a:ext cx="11961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ASP.NET = </a:t>
            </a:r>
            <a:r>
              <a:rPr lang="es-419" sz="1100" dirty="0" err="1"/>
              <a:t>Razor</a:t>
            </a:r>
            <a:endParaRPr lang="es-PE" sz="11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EEBA83-2C0D-42CF-3D1A-9442151F4E78}"/>
              </a:ext>
            </a:extLst>
          </p:cNvPr>
          <p:cNvGrpSpPr/>
          <p:nvPr/>
        </p:nvGrpSpPr>
        <p:grpSpPr>
          <a:xfrm>
            <a:off x="6400801" y="3397140"/>
            <a:ext cx="889950" cy="1100364"/>
            <a:chOff x="7945653" y="3634401"/>
            <a:chExt cx="1241659" cy="1535229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20F33CA-4C4A-A0BB-E2E4-0BF8788E0A14}"/>
                </a:ext>
              </a:extLst>
            </p:cNvPr>
            <p:cNvSpPr/>
            <p:nvPr/>
          </p:nvSpPr>
          <p:spPr>
            <a:xfrm>
              <a:off x="7945653" y="3634401"/>
              <a:ext cx="1241659" cy="15352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0C6D7EB-CB08-17BD-73C8-59593B2D1F1F}"/>
                </a:ext>
              </a:extLst>
            </p:cNvPr>
            <p:cNvSpPr/>
            <p:nvPr/>
          </p:nvSpPr>
          <p:spPr>
            <a:xfrm>
              <a:off x="8070791" y="3758074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A750CF3-92FE-4882-64BD-E7795EA0D634}"/>
                </a:ext>
              </a:extLst>
            </p:cNvPr>
            <p:cNvSpPr/>
            <p:nvPr/>
          </p:nvSpPr>
          <p:spPr>
            <a:xfrm>
              <a:off x="8805756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DC155BF-C656-A753-7ACB-71F31C5FDF23}"/>
                </a:ext>
              </a:extLst>
            </p:cNvPr>
            <p:cNvSpPr/>
            <p:nvPr/>
          </p:nvSpPr>
          <p:spPr>
            <a:xfrm>
              <a:off x="8438273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8D22B1-0627-22E0-7A73-CF7AA5DB711D}"/>
                </a:ext>
              </a:extLst>
            </p:cNvPr>
            <p:cNvSpPr/>
            <p:nvPr/>
          </p:nvSpPr>
          <p:spPr>
            <a:xfrm>
              <a:off x="8070791" y="4392663"/>
              <a:ext cx="1002390" cy="670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3ACA37CC-91EC-6135-83ED-59F3962878A1}"/>
              </a:ext>
            </a:extLst>
          </p:cNvPr>
          <p:cNvSpPr/>
          <p:nvPr/>
        </p:nvSpPr>
        <p:spPr>
          <a:xfrm>
            <a:off x="7433482" y="3772488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61" name="Cylinder 60">
            <a:extLst>
              <a:ext uri="{FF2B5EF4-FFF2-40B4-BE49-F238E27FC236}">
                <a16:creationId xmlns:a16="http://schemas.microsoft.com/office/drawing/2014/main" id="{7C0F209E-B9F1-4879-928B-C6EEA72B1977}"/>
              </a:ext>
            </a:extLst>
          </p:cNvPr>
          <p:cNvSpPr/>
          <p:nvPr/>
        </p:nvSpPr>
        <p:spPr>
          <a:xfrm>
            <a:off x="9808148" y="3553054"/>
            <a:ext cx="731520" cy="866810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2EFFD88-4930-CD87-03FD-97E29206CA47}"/>
              </a:ext>
            </a:extLst>
          </p:cNvPr>
          <p:cNvCxnSpPr>
            <a:cxnSpLocks/>
            <a:stCxn id="60" idx="3"/>
            <a:endCxn id="61" idx="2"/>
          </p:cNvCxnSpPr>
          <p:nvPr/>
        </p:nvCxnSpPr>
        <p:spPr>
          <a:xfrm flipV="1">
            <a:off x="8152598" y="3986459"/>
            <a:ext cx="1655550" cy="8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272EF10-FC99-C42D-F3A5-ADDD9F3556C4}"/>
              </a:ext>
            </a:extLst>
          </p:cNvPr>
          <p:cNvSpPr txBox="1"/>
          <p:nvPr/>
        </p:nvSpPr>
        <p:spPr>
          <a:xfrm>
            <a:off x="9991005" y="4480432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DB</a:t>
            </a:r>
            <a:endParaRPr lang="es-PE" sz="1100" dirty="0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927D8AB8-11AF-8749-BE8C-6B5E5FBA1C65}"/>
              </a:ext>
            </a:extLst>
          </p:cNvPr>
          <p:cNvSpPr/>
          <p:nvPr/>
        </p:nvSpPr>
        <p:spPr>
          <a:xfrm>
            <a:off x="6642873" y="4932369"/>
            <a:ext cx="302685" cy="401797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501C5C0-8EDB-3E5B-7A9F-4552616777A0}"/>
              </a:ext>
            </a:extLst>
          </p:cNvPr>
          <p:cNvGrpSpPr/>
          <p:nvPr/>
        </p:nvGrpSpPr>
        <p:grpSpPr>
          <a:xfrm>
            <a:off x="6532691" y="5433574"/>
            <a:ext cx="544757" cy="673556"/>
            <a:chOff x="7945653" y="3634401"/>
            <a:chExt cx="1241659" cy="153522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A4392A7-0EF0-10D0-6ADE-ECCE1F55EE42}"/>
                </a:ext>
              </a:extLst>
            </p:cNvPr>
            <p:cNvSpPr/>
            <p:nvPr/>
          </p:nvSpPr>
          <p:spPr>
            <a:xfrm>
              <a:off x="7945653" y="3634401"/>
              <a:ext cx="1241659" cy="15352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8742434-40E4-1BB2-822F-0FC4ECF17D0C}"/>
                </a:ext>
              </a:extLst>
            </p:cNvPr>
            <p:cNvSpPr/>
            <p:nvPr/>
          </p:nvSpPr>
          <p:spPr>
            <a:xfrm>
              <a:off x="8070791" y="3758074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066F859-1D03-7FC4-3031-E6C75B2A4535}"/>
                </a:ext>
              </a:extLst>
            </p:cNvPr>
            <p:cNvSpPr/>
            <p:nvPr/>
          </p:nvSpPr>
          <p:spPr>
            <a:xfrm>
              <a:off x="8805756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5A26190-EA29-8ED1-EE3C-DBE2124AE8EF}"/>
                </a:ext>
              </a:extLst>
            </p:cNvPr>
            <p:cNvSpPr/>
            <p:nvPr/>
          </p:nvSpPr>
          <p:spPr>
            <a:xfrm>
              <a:off x="8438273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C3975CF-BFF5-7ED6-FFC8-717174477791}"/>
                </a:ext>
              </a:extLst>
            </p:cNvPr>
            <p:cNvSpPr/>
            <p:nvPr/>
          </p:nvSpPr>
          <p:spPr>
            <a:xfrm>
              <a:off x="8070791" y="4392663"/>
              <a:ext cx="1002390" cy="670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CF6F0189-38F5-7C39-79BB-765040E049CF}"/>
              </a:ext>
            </a:extLst>
          </p:cNvPr>
          <p:cNvSpPr txBox="1"/>
          <p:nvPr/>
        </p:nvSpPr>
        <p:spPr>
          <a:xfrm>
            <a:off x="6551200" y="6126550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Html</a:t>
            </a:r>
            <a:endParaRPr lang="es-PE" sz="1100" dirty="0"/>
          </a:p>
        </p:txBody>
      </p: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9661DA1D-33C8-7B4B-DCF7-8841ABDBE7BE}"/>
              </a:ext>
            </a:extLst>
          </p:cNvPr>
          <p:cNvCxnSpPr>
            <a:stCxn id="69" idx="2"/>
            <a:endCxn id="39" idx="2"/>
          </p:cNvCxnSpPr>
          <p:nvPr/>
        </p:nvCxnSpPr>
        <p:spPr>
          <a:xfrm rot="5400000" flipH="1">
            <a:off x="3725032" y="3027092"/>
            <a:ext cx="1126056" cy="5034021"/>
          </a:xfrm>
          <a:prstGeom prst="curvedConnector3">
            <a:avLst>
              <a:gd name="adj1" fmla="val -57057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47B6F6A-C242-C8F3-7EA7-3DB98E0E2C9D}"/>
              </a:ext>
            </a:extLst>
          </p:cNvPr>
          <p:cNvGrpSpPr/>
          <p:nvPr/>
        </p:nvGrpSpPr>
        <p:grpSpPr>
          <a:xfrm>
            <a:off x="261314" y="5841727"/>
            <a:ext cx="360948" cy="265403"/>
            <a:chOff x="789272" y="5072510"/>
            <a:chExt cx="1963553" cy="1443790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E51678EE-1E9B-81B7-7D36-6F8058C1A380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E4EEAA8-1DA2-B5F5-51EC-6674F8F17189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66814F8-4102-02A2-ACAB-B440CB4F7B50}"/>
              </a:ext>
            </a:extLst>
          </p:cNvPr>
          <p:cNvGrpSpPr/>
          <p:nvPr/>
        </p:nvGrpSpPr>
        <p:grpSpPr>
          <a:xfrm>
            <a:off x="731515" y="5841727"/>
            <a:ext cx="360948" cy="265403"/>
            <a:chOff x="789272" y="5072510"/>
            <a:chExt cx="1963553" cy="1443790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0F54CD62-E2B2-D134-FF17-991A09A78168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220188D-C24D-3367-51EE-846CD9853C56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9540976-A893-31DE-9C11-EDCF38B9F5A0}"/>
              </a:ext>
            </a:extLst>
          </p:cNvPr>
          <p:cNvGrpSpPr/>
          <p:nvPr/>
        </p:nvGrpSpPr>
        <p:grpSpPr>
          <a:xfrm>
            <a:off x="1202176" y="5841727"/>
            <a:ext cx="360948" cy="265403"/>
            <a:chOff x="789272" y="5072510"/>
            <a:chExt cx="1963553" cy="1443790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02C2FBE8-469D-FC82-EA60-C260B63031EF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5334E45-D77A-48DC-B050-91ACE3AC5258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44C5F2E-8AA2-8E70-F4B0-E1015ABFA61C}"/>
              </a:ext>
            </a:extLst>
          </p:cNvPr>
          <p:cNvGrpSpPr/>
          <p:nvPr/>
        </p:nvGrpSpPr>
        <p:grpSpPr>
          <a:xfrm>
            <a:off x="1713292" y="5841727"/>
            <a:ext cx="360948" cy="265403"/>
            <a:chOff x="789272" y="5072510"/>
            <a:chExt cx="1963553" cy="1443790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94DF27E9-6F8A-B4C9-3347-66E0485AB41E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3DF2CBB-F503-F975-A54E-8E52A3A0747C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B9E5F12-DB75-5C3A-57FB-6D88A54E3C2F}"/>
              </a:ext>
            </a:extLst>
          </p:cNvPr>
          <p:cNvGrpSpPr/>
          <p:nvPr/>
        </p:nvGrpSpPr>
        <p:grpSpPr>
          <a:xfrm>
            <a:off x="261314" y="6249969"/>
            <a:ext cx="360948" cy="265403"/>
            <a:chOff x="789272" y="5072510"/>
            <a:chExt cx="1963553" cy="1443790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1EC6AF7-EB0A-A202-CDDA-26AC7FDDF400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5BE4175-3C9B-45F9-0E67-39D95F32DD98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D83684D-0753-9DF8-0DDF-9913EAD630A6}"/>
              </a:ext>
            </a:extLst>
          </p:cNvPr>
          <p:cNvGrpSpPr/>
          <p:nvPr/>
        </p:nvGrpSpPr>
        <p:grpSpPr>
          <a:xfrm>
            <a:off x="731515" y="6249969"/>
            <a:ext cx="360948" cy="265403"/>
            <a:chOff x="789272" y="5072510"/>
            <a:chExt cx="1963553" cy="1443790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93782149-ABBD-78EB-911A-2E10D234F7BE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1C7439B8-E99F-D7F5-1D7A-8B15C0B1C6A8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542378C-60A8-9883-4C9E-39A32B150BB6}"/>
              </a:ext>
            </a:extLst>
          </p:cNvPr>
          <p:cNvGrpSpPr/>
          <p:nvPr/>
        </p:nvGrpSpPr>
        <p:grpSpPr>
          <a:xfrm>
            <a:off x="1202176" y="6249969"/>
            <a:ext cx="360948" cy="265403"/>
            <a:chOff x="789272" y="5072510"/>
            <a:chExt cx="1963553" cy="1443790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5594707F-7375-9CCA-DA85-E528F29D5DD5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A204537-4B52-31FA-FC8F-266256EEC499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C3BB934-BDC4-2538-B223-6C917F26537A}"/>
              </a:ext>
            </a:extLst>
          </p:cNvPr>
          <p:cNvGrpSpPr/>
          <p:nvPr/>
        </p:nvGrpSpPr>
        <p:grpSpPr>
          <a:xfrm>
            <a:off x="1713292" y="6249969"/>
            <a:ext cx="360948" cy="265403"/>
            <a:chOff x="789272" y="5072510"/>
            <a:chExt cx="1963553" cy="1443790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F56021B5-CB86-9758-5BDE-24471D339F83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A4EDE0E-283A-DB7B-D7CA-8AF9EBB6B07D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A9E20FDF-5964-C702-98A8-D3AD074243E7}"/>
              </a:ext>
            </a:extLst>
          </p:cNvPr>
          <p:cNvSpPr txBox="1"/>
          <p:nvPr/>
        </p:nvSpPr>
        <p:spPr>
          <a:xfrm>
            <a:off x="896018" y="3422249"/>
            <a:ext cx="1524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Postback</a:t>
            </a:r>
            <a:r>
              <a:rPr lang="es-419" sz="1100" dirty="0"/>
              <a:t> -&gt; Parpadeo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39150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F015-9CB2-958A-3C0C-46754D41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949CC8-0561-F7D6-F610-3A4EA78BFC5A}"/>
              </a:ext>
            </a:extLst>
          </p:cNvPr>
          <p:cNvCxnSpPr/>
          <p:nvPr/>
        </p:nvCxnSpPr>
        <p:spPr>
          <a:xfrm>
            <a:off x="3676851" y="240632"/>
            <a:ext cx="0" cy="6468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B258ED2-56FC-4180-5E10-4BB76B9FB108}"/>
              </a:ext>
            </a:extLst>
          </p:cNvPr>
          <p:cNvSpPr/>
          <p:nvPr/>
        </p:nvSpPr>
        <p:spPr>
          <a:xfrm>
            <a:off x="4235116" y="240631"/>
            <a:ext cx="6689552" cy="6362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2C79FF6-2A1F-9810-C77D-073DA0C9CA97}"/>
              </a:ext>
            </a:extLst>
          </p:cNvPr>
          <p:cNvCxnSpPr/>
          <p:nvPr/>
        </p:nvCxnSpPr>
        <p:spPr>
          <a:xfrm>
            <a:off x="317634" y="4109988"/>
            <a:ext cx="115888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37439FC-3B68-15C8-BF03-F9F545C54FB2}"/>
              </a:ext>
            </a:extLst>
          </p:cNvPr>
          <p:cNvSpPr/>
          <p:nvPr/>
        </p:nvSpPr>
        <p:spPr>
          <a:xfrm>
            <a:off x="789272" y="948089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982ED29-47F6-CEBF-216A-C0E17D5EADF9}"/>
              </a:ext>
            </a:extLst>
          </p:cNvPr>
          <p:cNvCxnSpPr/>
          <p:nvPr/>
        </p:nvCxnSpPr>
        <p:spPr>
          <a:xfrm>
            <a:off x="875899" y="2391879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BA0E82F-75E7-0AA1-39E2-2E52B585CC50}"/>
              </a:ext>
            </a:extLst>
          </p:cNvPr>
          <p:cNvSpPr/>
          <p:nvPr/>
        </p:nvSpPr>
        <p:spPr>
          <a:xfrm>
            <a:off x="4600878" y="713813"/>
            <a:ext cx="1241659" cy="15352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B7F5E2-214A-4B0C-8E50-0735FE9E1968}"/>
              </a:ext>
            </a:extLst>
          </p:cNvPr>
          <p:cNvSpPr txBox="1"/>
          <p:nvPr/>
        </p:nvSpPr>
        <p:spPr>
          <a:xfrm>
            <a:off x="4533501" y="2315555"/>
            <a:ext cx="130676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ASP.NET, SPRING,</a:t>
            </a:r>
          </a:p>
          <a:p>
            <a:r>
              <a:rPr lang="es-419" sz="1100" dirty="0"/>
              <a:t>ASP, PHP, JSP</a:t>
            </a:r>
          </a:p>
          <a:p>
            <a:r>
              <a:rPr lang="es-419" sz="1100" dirty="0" err="1"/>
              <a:t>Pybthon</a:t>
            </a:r>
            <a:endParaRPr lang="es-PE" sz="1100" dirty="0"/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3E903FB2-CD48-537E-58D8-76A134059239}"/>
              </a:ext>
            </a:extLst>
          </p:cNvPr>
          <p:cNvCxnSpPr>
            <a:cxnSpLocks/>
            <a:stCxn id="39" idx="2"/>
            <a:endCxn id="42" idx="2"/>
          </p:cNvCxnSpPr>
          <p:nvPr/>
        </p:nvCxnSpPr>
        <p:spPr>
          <a:xfrm rot="16200000" flipH="1">
            <a:off x="3447481" y="474814"/>
            <a:ext cx="97795" cy="3450659"/>
          </a:xfrm>
          <a:prstGeom prst="curvedConnector3">
            <a:avLst>
              <a:gd name="adj1" fmla="val 114082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77A99683-9FED-632C-71F8-7E039F37943D}"/>
              </a:ext>
            </a:extLst>
          </p:cNvPr>
          <p:cNvSpPr/>
          <p:nvPr/>
        </p:nvSpPr>
        <p:spPr>
          <a:xfrm>
            <a:off x="6208300" y="349881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78C197-6553-8C0C-6CB9-81E158E776F2}"/>
              </a:ext>
            </a:extLst>
          </p:cNvPr>
          <p:cNvSpPr txBox="1"/>
          <p:nvPr/>
        </p:nvSpPr>
        <p:spPr>
          <a:xfrm>
            <a:off x="6217927" y="1873040"/>
            <a:ext cx="11961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ASP.NET = </a:t>
            </a:r>
            <a:r>
              <a:rPr lang="es-419" sz="1100" dirty="0" err="1"/>
              <a:t>Razor</a:t>
            </a:r>
            <a:endParaRPr lang="es-PE" sz="11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1A783CF-CE2A-0676-6EBD-89044AC6075A}"/>
              </a:ext>
            </a:extLst>
          </p:cNvPr>
          <p:cNvGrpSpPr/>
          <p:nvPr/>
        </p:nvGrpSpPr>
        <p:grpSpPr>
          <a:xfrm>
            <a:off x="6400801" y="567313"/>
            <a:ext cx="889950" cy="1100364"/>
            <a:chOff x="7945653" y="3634401"/>
            <a:chExt cx="1241659" cy="1535229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FE71DB8-4495-9419-A079-C771EF6F1921}"/>
                </a:ext>
              </a:extLst>
            </p:cNvPr>
            <p:cNvSpPr/>
            <p:nvPr/>
          </p:nvSpPr>
          <p:spPr>
            <a:xfrm>
              <a:off x="7945653" y="3634401"/>
              <a:ext cx="1241659" cy="15352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48032D9-7469-87E2-3426-F7BC8ED10124}"/>
                </a:ext>
              </a:extLst>
            </p:cNvPr>
            <p:cNvSpPr/>
            <p:nvPr/>
          </p:nvSpPr>
          <p:spPr>
            <a:xfrm>
              <a:off x="8070791" y="3758074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C97B5F3-D0B1-6B13-F6F1-8B4C94BA8ECE}"/>
                </a:ext>
              </a:extLst>
            </p:cNvPr>
            <p:cNvSpPr/>
            <p:nvPr/>
          </p:nvSpPr>
          <p:spPr>
            <a:xfrm>
              <a:off x="8805756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864A4CD-06E5-1633-2E61-088DD82DD114}"/>
                </a:ext>
              </a:extLst>
            </p:cNvPr>
            <p:cNvSpPr/>
            <p:nvPr/>
          </p:nvSpPr>
          <p:spPr>
            <a:xfrm>
              <a:off x="8438273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F3E9C3F-4F5C-9146-18F6-0AAFF5EBA3B6}"/>
                </a:ext>
              </a:extLst>
            </p:cNvPr>
            <p:cNvSpPr/>
            <p:nvPr/>
          </p:nvSpPr>
          <p:spPr>
            <a:xfrm>
              <a:off x="8070791" y="4392663"/>
              <a:ext cx="1002390" cy="670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6EBA4C83-DE27-59C6-EBEF-0DED24CB6248}"/>
              </a:ext>
            </a:extLst>
          </p:cNvPr>
          <p:cNvSpPr/>
          <p:nvPr/>
        </p:nvSpPr>
        <p:spPr>
          <a:xfrm>
            <a:off x="7433482" y="942661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61" name="Cylinder 60">
            <a:extLst>
              <a:ext uri="{FF2B5EF4-FFF2-40B4-BE49-F238E27FC236}">
                <a16:creationId xmlns:a16="http://schemas.microsoft.com/office/drawing/2014/main" id="{A79DDCFC-FBCD-193B-F56A-45FA5211415D}"/>
              </a:ext>
            </a:extLst>
          </p:cNvPr>
          <p:cNvSpPr/>
          <p:nvPr/>
        </p:nvSpPr>
        <p:spPr>
          <a:xfrm>
            <a:off x="9808148" y="723227"/>
            <a:ext cx="731520" cy="866810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3261B62-74AE-87DB-9C77-02ED5901A3A4}"/>
              </a:ext>
            </a:extLst>
          </p:cNvPr>
          <p:cNvCxnSpPr>
            <a:cxnSpLocks/>
            <a:stCxn id="60" idx="3"/>
            <a:endCxn id="61" idx="2"/>
          </p:cNvCxnSpPr>
          <p:nvPr/>
        </p:nvCxnSpPr>
        <p:spPr>
          <a:xfrm flipV="1">
            <a:off x="8152598" y="1156632"/>
            <a:ext cx="1655550" cy="8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3140553-55B1-ECD8-060B-26E213A938D0}"/>
              </a:ext>
            </a:extLst>
          </p:cNvPr>
          <p:cNvSpPr txBox="1"/>
          <p:nvPr/>
        </p:nvSpPr>
        <p:spPr>
          <a:xfrm>
            <a:off x="9991005" y="1650605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DB</a:t>
            </a:r>
            <a:endParaRPr lang="es-PE" sz="1100" dirty="0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6AC0C161-08FC-97C9-FAE0-058FABBB6BED}"/>
              </a:ext>
            </a:extLst>
          </p:cNvPr>
          <p:cNvSpPr/>
          <p:nvPr/>
        </p:nvSpPr>
        <p:spPr>
          <a:xfrm>
            <a:off x="6642873" y="2102542"/>
            <a:ext cx="302685" cy="401797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41F4B2-1513-3A76-28FF-BDD7D403DF1B}"/>
              </a:ext>
            </a:extLst>
          </p:cNvPr>
          <p:cNvGrpSpPr/>
          <p:nvPr/>
        </p:nvGrpSpPr>
        <p:grpSpPr>
          <a:xfrm>
            <a:off x="6532691" y="2603747"/>
            <a:ext cx="544757" cy="673556"/>
            <a:chOff x="7945653" y="3634401"/>
            <a:chExt cx="1241659" cy="153522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567D67C-49C2-A37E-1B57-5E9382ADDC51}"/>
                </a:ext>
              </a:extLst>
            </p:cNvPr>
            <p:cNvSpPr/>
            <p:nvPr/>
          </p:nvSpPr>
          <p:spPr>
            <a:xfrm>
              <a:off x="7945653" y="3634401"/>
              <a:ext cx="1241659" cy="15352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E5B986E-1511-1557-46BF-D38BCED813F3}"/>
                </a:ext>
              </a:extLst>
            </p:cNvPr>
            <p:cNvSpPr/>
            <p:nvPr/>
          </p:nvSpPr>
          <p:spPr>
            <a:xfrm>
              <a:off x="8070791" y="3758074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4190B83-917C-950B-C332-31A47304D328}"/>
                </a:ext>
              </a:extLst>
            </p:cNvPr>
            <p:cNvSpPr/>
            <p:nvPr/>
          </p:nvSpPr>
          <p:spPr>
            <a:xfrm>
              <a:off x="8805756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3637EAE-D415-B7DC-BF98-B52F314FF1E7}"/>
                </a:ext>
              </a:extLst>
            </p:cNvPr>
            <p:cNvSpPr/>
            <p:nvPr/>
          </p:nvSpPr>
          <p:spPr>
            <a:xfrm>
              <a:off x="8438273" y="3752153"/>
              <a:ext cx="267425" cy="503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227FC31-85F2-5B08-7149-04CF24D8B81A}"/>
                </a:ext>
              </a:extLst>
            </p:cNvPr>
            <p:cNvSpPr/>
            <p:nvPr/>
          </p:nvSpPr>
          <p:spPr>
            <a:xfrm>
              <a:off x="8070791" y="4392663"/>
              <a:ext cx="1002390" cy="6702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166D1402-8412-3AF9-0F0A-AB8595DA4FC6}"/>
              </a:ext>
            </a:extLst>
          </p:cNvPr>
          <p:cNvSpPr txBox="1"/>
          <p:nvPr/>
        </p:nvSpPr>
        <p:spPr>
          <a:xfrm>
            <a:off x="6551200" y="3296723"/>
            <a:ext cx="8338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Html</a:t>
            </a:r>
            <a:endParaRPr lang="es-419" sz="1100" dirty="0"/>
          </a:p>
          <a:p>
            <a:r>
              <a:rPr lang="es-419" sz="1100" b="1" dirty="0" err="1"/>
              <a:t>Javascript</a:t>
            </a:r>
            <a:endParaRPr lang="es-PE" sz="1100" b="1" dirty="0"/>
          </a:p>
        </p:txBody>
      </p: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950A1464-07D8-6D5B-3A9C-58E22E4FFC46}"/>
              </a:ext>
            </a:extLst>
          </p:cNvPr>
          <p:cNvCxnSpPr>
            <a:stCxn id="69" idx="2"/>
            <a:endCxn id="39" idx="2"/>
          </p:cNvCxnSpPr>
          <p:nvPr/>
        </p:nvCxnSpPr>
        <p:spPr>
          <a:xfrm rot="5400000" flipH="1">
            <a:off x="3725032" y="197265"/>
            <a:ext cx="1126056" cy="5034021"/>
          </a:xfrm>
          <a:prstGeom prst="curvedConnector3">
            <a:avLst>
              <a:gd name="adj1" fmla="val -57057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4908831-6B1E-3C63-1EA5-92B3BB169BA4}"/>
              </a:ext>
            </a:extLst>
          </p:cNvPr>
          <p:cNvGrpSpPr/>
          <p:nvPr/>
        </p:nvGrpSpPr>
        <p:grpSpPr>
          <a:xfrm>
            <a:off x="261314" y="3011900"/>
            <a:ext cx="360948" cy="265403"/>
            <a:chOff x="789272" y="5072510"/>
            <a:chExt cx="1963553" cy="1443790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5A84279A-0170-CF79-82A8-0311C01E8EE7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2F4A382-EBA9-8A45-2222-48DFA0ED0714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1AEC826-A163-8F67-DEED-0801812AE36A}"/>
              </a:ext>
            </a:extLst>
          </p:cNvPr>
          <p:cNvGrpSpPr/>
          <p:nvPr/>
        </p:nvGrpSpPr>
        <p:grpSpPr>
          <a:xfrm>
            <a:off x="731515" y="3011900"/>
            <a:ext cx="360948" cy="265403"/>
            <a:chOff x="789272" y="5072510"/>
            <a:chExt cx="1963553" cy="1443790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B38E4769-306E-CFBE-F35A-F906CA0EA240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C75028E-74EF-FF49-322E-0BC73A11C3CE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49B8A48-5693-867E-B491-907A91C317B8}"/>
              </a:ext>
            </a:extLst>
          </p:cNvPr>
          <p:cNvGrpSpPr/>
          <p:nvPr/>
        </p:nvGrpSpPr>
        <p:grpSpPr>
          <a:xfrm>
            <a:off x="1202176" y="3011900"/>
            <a:ext cx="360948" cy="265403"/>
            <a:chOff x="789272" y="5072510"/>
            <a:chExt cx="1963553" cy="1443790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87C9AAF4-1B03-5DA2-0C52-76A356046761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BE9B026-498D-528C-ADA8-D476818EB418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8F8ECC7-272B-6EB7-1D39-6334483489B6}"/>
              </a:ext>
            </a:extLst>
          </p:cNvPr>
          <p:cNvGrpSpPr/>
          <p:nvPr/>
        </p:nvGrpSpPr>
        <p:grpSpPr>
          <a:xfrm>
            <a:off x="1713292" y="3011900"/>
            <a:ext cx="360948" cy="265403"/>
            <a:chOff x="789272" y="5072510"/>
            <a:chExt cx="1963553" cy="1443790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DFF7945B-F88F-0AE3-44A9-11193F33B714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1FC4795-0FE4-6674-5D7D-32D0B904D453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013DCB0-E9FE-8CE8-5178-66C5423707B9}"/>
              </a:ext>
            </a:extLst>
          </p:cNvPr>
          <p:cNvGrpSpPr/>
          <p:nvPr/>
        </p:nvGrpSpPr>
        <p:grpSpPr>
          <a:xfrm>
            <a:off x="261314" y="3420142"/>
            <a:ext cx="360948" cy="265403"/>
            <a:chOff x="789272" y="5072510"/>
            <a:chExt cx="1963553" cy="1443790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5751F9C2-9E8D-E570-CD64-965F1DD3B457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064D97E-ED2C-6136-6AF0-293F038E8BBC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4580177-0B70-F44B-3798-F305D3BDD097}"/>
              </a:ext>
            </a:extLst>
          </p:cNvPr>
          <p:cNvGrpSpPr/>
          <p:nvPr/>
        </p:nvGrpSpPr>
        <p:grpSpPr>
          <a:xfrm>
            <a:off x="731515" y="3420142"/>
            <a:ext cx="360948" cy="265403"/>
            <a:chOff x="789272" y="5072510"/>
            <a:chExt cx="1963553" cy="1443790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2E81B00E-E37D-7C81-82FB-9A5AFACAA0EA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9C94434-4BF8-591A-17DC-3B1836504314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C7D12FB-527B-AC24-7732-D2C35199F0A2}"/>
              </a:ext>
            </a:extLst>
          </p:cNvPr>
          <p:cNvGrpSpPr/>
          <p:nvPr/>
        </p:nvGrpSpPr>
        <p:grpSpPr>
          <a:xfrm>
            <a:off x="1202176" y="3420142"/>
            <a:ext cx="360948" cy="265403"/>
            <a:chOff x="789272" y="5072510"/>
            <a:chExt cx="1963553" cy="1443790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6DBE8837-2501-1AC1-87B8-918EDB5D8E3F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75888501-DA69-00AB-F428-B00CF3B4EF8A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53FB804-5A96-2422-1C38-8203654B8836}"/>
              </a:ext>
            </a:extLst>
          </p:cNvPr>
          <p:cNvGrpSpPr/>
          <p:nvPr/>
        </p:nvGrpSpPr>
        <p:grpSpPr>
          <a:xfrm>
            <a:off x="1713292" y="3420142"/>
            <a:ext cx="360948" cy="265403"/>
            <a:chOff x="789272" y="5072510"/>
            <a:chExt cx="1963553" cy="1443790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1F9503F-DA27-60C9-4613-3ED8D6BBEE83}"/>
                </a:ext>
              </a:extLst>
            </p:cNvPr>
            <p:cNvSpPr/>
            <p:nvPr/>
          </p:nvSpPr>
          <p:spPr>
            <a:xfrm>
              <a:off x="789272" y="5072510"/>
              <a:ext cx="1963553" cy="12031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18E7FF2-C194-4CE4-0444-356BF2FEB1FD}"/>
                </a:ext>
              </a:extLst>
            </p:cNvPr>
            <p:cNvCxnSpPr/>
            <p:nvPr/>
          </p:nvCxnSpPr>
          <p:spPr>
            <a:xfrm>
              <a:off x="875899" y="6516300"/>
              <a:ext cx="187692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36B31E57-123A-49B5-1689-8BE4EEF0DCA5}"/>
              </a:ext>
            </a:extLst>
          </p:cNvPr>
          <p:cNvSpPr txBox="1"/>
          <p:nvPr/>
        </p:nvSpPr>
        <p:spPr>
          <a:xfrm>
            <a:off x="896018" y="592422"/>
            <a:ext cx="1524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Postback</a:t>
            </a:r>
            <a:r>
              <a:rPr lang="es-419" sz="1100" dirty="0"/>
              <a:t> -&gt; Parpadeo</a:t>
            </a:r>
            <a:endParaRPr lang="es-PE" sz="11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B93A8F-08E1-654F-28F1-71873EA007C0}"/>
              </a:ext>
            </a:extLst>
          </p:cNvPr>
          <p:cNvSpPr/>
          <p:nvPr/>
        </p:nvSpPr>
        <p:spPr>
          <a:xfrm>
            <a:off x="789272" y="4446814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E76371-6C75-F950-2124-7E19C6A73AFD}"/>
              </a:ext>
            </a:extLst>
          </p:cNvPr>
          <p:cNvCxnSpPr/>
          <p:nvPr/>
        </p:nvCxnSpPr>
        <p:spPr>
          <a:xfrm>
            <a:off x="875899" y="5890604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2A6C7DB-C0C2-62A0-F1C1-9123BA842424}"/>
              </a:ext>
            </a:extLst>
          </p:cNvPr>
          <p:cNvSpPr/>
          <p:nvPr/>
        </p:nvSpPr>
        <p:spPr>
          <a:xfrm>
            <a:off x="6208300" y="4371504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C02952-55C9-33FD-C24C-F0DE2B10704C}"/>
              </a:ext>
            </a:extLst>
          </p:cNvPr>
          <p:cNvCxnSpPr/>
          <p:nvPr/>
        </p:nvCxnSpPr>
        <p:spPr>
          <a:xfrm flipH="1">
            <a:off x="4081112" y="4754880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FDA9A5B-1735-7B30-A11D-23D2BE8AAE3E}"/>
              </a:ext>
            </a:extLst>
          </p:cNvPr>
          <p:cNvSpPr/>
          <p:nvPr/>
        </p:nvSpPr>
        <p:spPr>
          <a:xfrm>
            <a:off x="3840480" y="4639348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862C32-16F3-8E50-352C-BEF4A73ECF57}"/>
              </a:ext>
            </a:extLst>
          </p:cNvPr>
          <p:cNvCxnSpPr/>
          <p:nvPr/>
        </p:nvCxnSpPr>
        <p:spPr>
          <a:xfrm flipH="1">
            <a:off x="4090748" y="5253789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78AD093-85A2-0F44-4D90-5C53C452B1B3}"/>
              </a:ext>
            </a:extLst>
          </p:cNvPr>
          <p:cNvSpPr/>
          <p:nvPr/>
        </p:nvSpPr>
        <p:spPr>
          <a:xfrm>
            <a:off x="3850116" y="5138257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420BA-4EB8-60FC-BC63-E6E77101A962}"/>
              </a:ext>
            </a:extLst>
          </p:cNvPr>
          <p:cNvCxnSpPr/>
          <p:nvPr/>
        </p:nvCxnSpPr>
        <p:spPr>
          <a:xfrm flipH="1">
            <a:off x="4081112" y="5671713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67B04FB-C2D2-6A3E-9590-51E240366EEC}"/>
              </a:ext>
            </a:extLst>
          </p:cNvPr>
          <p:cNvSpPr/>
          <p:nvPr/>
        </p:nvSpPr>
        <p:spPr>
          <a:xfrm>
            <a:off x="3840480" y="5556181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91FC26-0BCA-648F-FFF8-256C69400E82}"/>
              </a:ext>
            </a:extLst>
          </p:cNvPr>
          <p:cNvSpPr/>
          <p:nvPr/>
        </p:nvSpPr>
        <p:spPr>
          <a:xfrm>
            <a:off x="7433482" y="4892233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31E01DDF-5CBA-AA9C-45DB-76DFDC8D043B}"/>
              </a:ext>
            </a:extLst>
          </p:cNvPr>
          <p:cNvSpPr/>
          <p:nvPr/>
        </p:nvSpPr>
        <p:spPr>
          <a:xfrm>
            <a:off x="9808148" y="4672799"/>
            <a:ext cx="731520" cy="866810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07C6EB2-FFF9-09BE-FB4F-A595C1DBEAA3}"/>
              </a:ext>
            </a:extLst>
          </p:cNvPr>
          <p:cNvCxnSpPr>
            <a:cxnSpLocks/>
            <a:stCxn id="28" idx="3"/>
            <a:endCxn id="33" idx="2"/>
          </p:cNvCxnSpPr>
          <p:nvPr/>
        </p:nvCxnSpPr>
        <p:spPr>
          <a:xfrm flipV="1">
            <a:off x="8152598" y="5106204"/>
            <a:ext cx="1655550" cy="8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8FEA93C-43CD-01EC-2F70-35A2B31B7486}"/>
              </a:ext>
            </a:extLst>
          </p:cNvPr>
          <p:cNvSpPr txBox="1"/>
          <p:nvPr/>
        </p:nvSpPr>
        <p:spPr>
          <a:xfrm>
            <a:off x="9991005" y="560017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DB</a:t>
            </a:r>
            <a:endParaRPr lang="es-PE" sz="1100" dirty="0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329E0BE9-E970-A383-D81A-EE3897AF1F8D}"/>
              </a:ext>
            </a:extLst>
          </p:cNvPr>
          <p:cNvCxnSpPr>
            <a:stCxn id="5" idx="2"/>
            <a:endCxn id="26" idx="4"/>
          </p:cNvCxnSpPr>
          <p:nvPr/>
        </p:nvCxnSpPr>
        <p:spPr>
          <a:xfrm rot="16200000" flipH="1">
            <a:off x="2792502" y="4628518"/>
            <a:ext cx="146841" cy="2189747"/>
          </a:xfrm>
          <a:prstGeom prst="curvedConnector3">
            <a:avLst>
              <a:gd name="adj1" fmla="val 255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F9328A5-3F2E-A320-61C7-681F7690996A}"/>
              </a:ext>
            </a:extLst>
          </p:cNvPr>
          <p:cNvSpPr txBox="1"/>
          <p:nvPr/>
        </p:nvSpPr>
        <p:spPr>
          <a:xfrm>
            <a:off x="2448980" y="6085327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b="1" dirty="0" err="1"/>
              <a:t>Javascript</a:t>
            </a:r>
            <a:endParaRPr lang="es-PE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14F76F-E289-E269-8DF5-805A516D110D}"/>
              </a:ext>
            </a:extLst>
          </p:cNvPr>
          <p:cNvSpPr txBox="1"/>
          <p:nvPr/>
        </p:nvSpPr>
        <p:spPr>
          <a:xfrm>
            <a:off x="1218100" y="6131237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AJAX</a:t>
            </a:r>
            <a:endParaRPr lang="es-PE" sz="11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979FF7-D69C-13CE-0E03-541D4009EF88}"/>
              </a:ext>
            </a:extLst>
          </p:cNvPr>
          <p:cNvSpPr/>
          <p:nvPr/>
        </p:nvSpPr>
        <p:spPr>
          <a:xfrm>
            <a:off x="1434167" y="4551920"/>
            <a:ext cx="673762" cy="83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7F3455-A362-58BD-0E14-D701FA36DD73}"/>
              </a:ext>
            </a:extLst>
          </p:cNvPr>
          <p:cNvSpPr txBox="1"/>
          <p:nvPr/>
        </p:nvSpPr>
        <p:spPr>
          <a:xfrm>
            <a:off x="1353305" y="5377873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Index.html</a:t>
            </a:r>
            <a:endParaRPr lang="es-PE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F3A901-4A6D-F910-D09E-C0BD53C9D5C8}"/>
              </a:ext>
            </a:extLst>
          </p:cNvPr>
          <p:cNvSpPr txBox="1"/>
          <p:nvPr/>
        </p:nvSpPr>
        <p:spPr>
          <a:xfrm>
            <a:off x="3089709" y="426399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CSR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3021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F245-0816-C8EA-3032-C74C12825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0AD7C-6EE7-17FE-76AA-76D23653AF63}"/>
              </a:ext>
            </a:extLst>
          </p:cNvPr>
          <p:cNvCxnSpPr/>
          <p:nvPr/>
        </p:nvCxnSpPr>
        <p:spPr>
          <a:xfrm>
            <a:off x="3676851" y="240632"/>
            <a:ext cx="0" cy="6468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0606FEC-078E-4ABF-897E-C5A2C06C48CD}"/>
              </a:ext>
            </a:extLst>
          </p:cNvPr>
          <p:cNvSpPr/>
          <p:nvPr/>
        </p:nvSpPr>
        <p:spPr>
          <a:xfrm>
            <a:off x="4235116" y="240631"/>
            <a:ext cx="6689552" cy="6362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536968-C6D9-3FEF-5F46-EE8F5512CCEA}"/>
              </a:ext>
            </a:extLst>
          </p:cNvPr>
          <p:cNvCxnSpPr/>
          <p:nvPr/>
        </p:nvCxnSpPr>
        <p:spPr>
          <a:xfrm>
            <a:off x="317634" y="2541070"/>
            <a:ext cx="115888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EF86A8-4D16-E535-0295-CE890549FAEF}"/>
              </a:ext>
            </a:extLst>
          </p:cNvPr>
          <p:cNvSpPr/>
          <p:nvPr/>
        </p:nvSpPr>
        <p:spPr>
          <a:xfrm>
            <a:off x="789272" y="437894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C473CC-AABB-C3C5-CB08-6934C7BEDECF}"/>
              </a:ext>
            </a:extLst>
          </p:cNvPr>
          <p:cNvCxnSpPr/>
          <p:nvPr/>
        </p:nvCxnSpPr>
        <p:spPr>
          <a:xfrm>
            <a:off x="875899" y="1881684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8A835DA-9D00-E4D6-F295-3C0A327DC216}"/>
              </a:ext>
            </a:extLst>
          </p:cNvPr>
          <p:cNvSpPr/>
          <p:nvPr/>
        </p:nvSpPr>
        <p:spPr>
          <a:xfrm>
            <a:off x="6208300" y="362584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607FA2-124B-3030-03EA-7B95648A207A}"/>
              </a:ext>
            </a:extLst>
          </p:cNvPr>
          <p:cNvCxnSpPr/>
          <p:nvPr/>
        </p:nvCxnSpPr>
        <p:spPr>
          <a:xfrm flipH="1">
            <a:off x="4081112" y="745960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E8F5D90-8986-3F23-28DC-972DD28C9D2F}"/>
              </a:ext>
            </a:extLst>
          </p:cNvPr>
          <p:cNvSpPr/>
          <p:nvPr/>
        </p:nvSpPr>
        <p:spPr>
          <a:xfrm>
            <a:off x="3840480" y="630428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9F8935-1F56-28C6-0A8E-4E8E04888F7C}"/>
              </a:ext>
            </a:extLst>
          </p:cNvPr>
          <p:cNvCxnSpPr/>
          <p:nvPr/>
        </p:nvCxnSpPr>
        <p:spPr>
          <a:xfrm flipH="1">
            <a:off x="4090748" y="1244869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7B061D5-7712-AC6F-E198-99A71A68BBE7}"/>
              </a:ext>
            </a:extLst>
          </p:cNvPr>
          <p:cNvSpPr/>
          <p:nvPr/>
        </p:nvSpPr>
        <p:spPr>
          <a:xfrm>
            <a:off x="3850116" y="1129337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E98BDE-91F9-B224-5327-68B8005705D3}"/>
              </a:ext>
            </a:extLst>
          </p:cNvPr>
          <p:cNvCxnSpPr/>
          <p:nvPr/>
        </p:nvCxnSpPr>
        <p:spPr>
          <a:xfrm flipH="1">
            <a:off x="4081112" y="1662793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8B99625-CA76-EE83-30EE-82525F4F09A9}"/>
              </a:ext>
            </a:extLst>
          </p:cNvPr>
          <p:cNvSpPr/>
          <p:nvPr/>
        </p:nvSpPr>
        <p:spPr>
          <a:xfrm>
            <a:off x="3840480" y="1547261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59181A-6E0E-6859-FB38-0A533D99AE02}"/>
              </a:ext>
            </a:extLst>
          </p:cNvPr>
          <p:cNvSpPr/>
          <p:nvPr/>
        </p:nvSpPr>
        <p:spPr>
          <a:xfrm>
            <a:off x="7433482" y="883313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E7E3DDD7-E4F7-CCDD-6669-2FD7EA405C5E}"/>
              </a:ext>
            </a:extLst>
          </p:cNvPr>
          <p:cNvSpPr/>
          <p:nvPr/>
        </p:nvSpPr>
        <p:spPr>
          <a:xfrm>
            <a:off x="9808148" y="663879"/>
            <a:ext cx="731520" cy="866810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D38F61-0812-4813-021E-BAEA4452038F}"/>
              </a:ext>
            </a:extLst>
          </p:cNvPr>
          <p:cNvCxnSpPr>
            <a:cxnSpLocks/>
            <a:stCxn id="28" idx="3"/>
            <a:endCxn id="33" idx="2"/>
          </p:cNvCxnSpPr>
          <p:nvPr/>
        </p:nvCxnSpPr>
        <p:spPr>
          <a:xfrm flipV="1">
            <a:off x="8152598" y="1097284"/>
            <a:ext cx="1655550" cy="8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6584469-452C-13F9-932A-C094148DA01A}"/>
              </a:ext>
            </a:extLst>
          </p:cNvPr>
          <p:cNvSpPr txBox="1"/>
          <p:nvPr/>
        </p:nvSpPr>
        <p:spPr>
          <a:xfrm>
            <a:off x="9991005" y="159125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DB</a:t>
            </a:r>
            <a:endParaRPr lang="es-PE" sz="1100" dirty="0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37B7723D-0C37-F519-12E9-8F16DC788C9B}"/>
              </a:ext>
            </a:extLst>
          </p:cNvPr>
          <p:cNvCxnSpPr>
            <a:stCxn id="5" idx="2"/>
            <a:endCxn id="26" idx="4"/>
          </p:cNvCxnSpPr>
          <p:nvPr/>
        </p:nvCxnSpPr>
        <p:spPr>
          <a:xfrm rot="16200000" flipH="1">
            <a:off x="2792502" y="619598"/>
            <a:ext cx="146841" cy="2189747"/>
          </a:xfrm>
          <a:prstGeom prst="curvedConnector3">
            <a:avLst>
              <a:gd name="adj1" fmla="val 255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B097AC5-6B22-60AA-BEEB-A0E6FA8CAED9}"/>
              </a:ext>
            </a:extLst>
          </p:cNvPr>
          <p:cNvSpPr txBox="1"/>
          <p:nvPr/>
        </p:nvSpPr>
        <p:spPr>
          <a:xfrm>
            <a:off x="2448980" y="2076407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b="1" dirty="0" err="1"/>
              <a:t>Javascript</a:t>
            </a:r>
            <a:endParaRPr lang="es-PE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97020D-CBC4-9F64-BB69-12FB6099C5C9}"/>
              </a:ext>
            </a:extLst>
          </p:cNvPr>
          <p:cNvSpPr txBox="1"/>
          <p:nvPr/>
        </p:nvSpPr>
        <p:spPr>
          <a:xfrm>
            <a:off x="1218100" y="2122317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AJAX</a:t>
            </a:r>
            <a:endParaRPr lang="es-PE" sz="11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75B1B3-B28A-D019-1397-F07C6480179F}"/>
              </a:ext>
            </a:extLst>
          </p:cNvPr>
          <p:cNvSpPr/>
          <p:nvPr/>
        </p:nvSpPr>
        <p:spPr>
          <a:xfrm>
            <a:off x="1434167" y="543000"/>
            <a:ext cx="673762" cy="83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BB2424-89F9-7C64-3051-30D99A65C981}"/>
              </a:ext>
            </a:extLst>
          </p:cNvPr>
          <p:cNvSpPr txBox="1"/>
          <p:nvPr/>
        </p:nvSpPr>
        <p:spPr>
          <a:xfrm>
            <a:off x="1353305" y="1368953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Index.html</a:t>
            </a:r>
            <a:endParaRPr lang="es-PE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554A0D-8E39-CF81-7742-179947D83751}"/>
              </a:ext>
            </a:extLst>
          </p:cNvPr>
          <p:cNvSpPr txBox="1"/>
          <p:nvPr/>
        </p:nvSpPr>
        <p:spPr>
          <a:xfrm>
            <a:off x="3089709" y="2550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CSR</a:t>
            </a:r>
            <a:endParaRPr lang="es-P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81C26E-EA58-1467-A406-C0AD0A608295}"/>
              </a:ext>
            </a:extLst>
          </p:cNvPr>
          <p:cNvSpPr txBox="1"/>
          <p:nvPr/>
        </p:nvSpPr>
        <p:spPr>
          <a:xfrm>
            <a:off x="3089709" y="266616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SSR</a:t>
            </a:r>
            <a:endParaRPr lang="es-PE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1E9203-0E98-4B0A-7638-1FBB4FCAEDC6}"/>
              </a:ext>
            </a:extLst>
          </p:cNvPr>
          <p:cNvSpPr/>
          <p:nvPr/>
        </p:nvSpPr>
        <p:spPr>
          <a:xfrm>
            <a:off x="789272" y="3777916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546F65-801A-8D89-4210-47C67096357D}"/>
              </a:ext>
            </a:extLst>
          </p:cNvPr>
          <p:cNvCxnSpPr/>
          <p:nvPr/>
        </p:nvCxnSpPr>
        <p:spPr>
          <a:xfrm>
            <a:off x="875899" y="5221706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2A520C3-C02F-6D9A-796F-13680B28219F}"/>
              </a:ext>
            </a:extLst>
          </p:cNvPr>
          <p:cNvSpPr/>
          <p:nvPr/>
        </p:nvSpPr>
        <p:spPr>
          <a:xfrm>
            <a:off x="4600878" y="3543640"/>
            <a:ext cx="1241659" cy="15352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4C706-D86F-EB0B-DEE0-4C038D256A4E}"/>
              </a:ext>
            </a:extLst>
          </p:cNvPr>
          <p:cNvSpPr txBox="1"/>
          <p:nvPr/>
        </p:nvSpPr>
        <p:spPr>
          <a:xfrm>
            <a:off x="4533501" y="5145382"/>
            <a:ext cx="646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Nodejs</a:t>
            </a:r>
            <a:r>
              <a:rPr lang="es-419" sz="1100" dirty="0"/>
              <a:t> </a:t>
            </a:r>
          </a:p>
          <a:p>
            <a:r>
              <a:rPr lang="es-419" sz="1100" dirty="0"/>
              <a:t>server</a:t>
            </a:r>
            <a:endParaRPr lang="es-PE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C0367-A73D-BBB6-F72E-7CABB8E35AF8}"/>
              </a:ext>
            </a:extLst>
          </p:cNvPr>
          <p:cNvSpPr/>
          <p:nvPr/>
        </p:nvSpPr>
        <p:spPr>
          <a:xfrm>
            <a:off x="6208300" y="3179708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73E87-1B47-5265-B336-8BFE98B902A8}"/>
              </a:ext>
            </a:extLst>
          </p:cNvPr>
          <p:cNvSpPr txBox="1"/>
          <p:nvPr/>
        </p:nvSpPr>
        <p:spPr>
          <a:xfrm>
            <a:off x="6217927" y="4702867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Type</a:t>
            </a:r>
            <a:r>
              <a:rPr lang="es-419" sz="1100" dirty="0"/>
              <a:t> script</a:t>
            </a:r>
            <a:endParaRPr lang="es-PE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4141BA-2404-4271-A037-6893F2F44BFF}"/>
              </a:ext>
            </a:extLst>
          </p:cNvPr>
          <p:cNvSpPr/>
          <p:nvPr/>
        </p:nvSpPr>
        <p:spPr>
          <a:xfrm>
            <a:off x="6400801" y="3397140"/>
            <a:ext cx="889950" cy="1100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EF9837-3861-11C9-2460-5E4569BD472B}"/>
              </a:ext>
            </a:extLst>
          </p:cNvPr>
          <p:cNvSpPr/>
          <p:nvPr/>
        </p:nvSpPr>
        <p:spPr>
          <a:xfrm>
            <a:off x="6490493" y="3485782"/>
            <a:ext cx="191675" cy="360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CDADFF-AE44-FC5E-7D42-2AF512EC6CF7}"/>
              </a:ext>
            </a:extLst>
          </p:cNvPr>
          <p:cNvSpPr/>
          <p:nvPr/>
        </p:nvSpPr>
        <p:spPr>
          <a:xfrm>
            <a:off x="7017274" y="3481538"/>
            <a:ext cx="191675" cy="360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0C6309-1764-B333-FC55-1F84F039B94E}"/>
              </a:ext>
            </a:extLst>
          </p:cNvPr>
          <p:cNvSpPr/>
          <p:nvPr/>
        </p:nvSpPr>
        <p:spPr>
          <a:xfrm>
            <a:off x="6753883" y="3481538"/>
            <a:ext cx="191675" cy="360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577CE4-72B6-C195-FF12-D3506315B021}"/>
              </a:ext>
            </a:extLst>
          </p:cNvPr>
          <p:cNvSpPr/>
          <p:nvPr/>
        </p:nvSpPr>
        <p:spPr>
          <a:xfrm>
            <a:off x="6490493" y="3940619"/>
            <a:ext cx="718456" cy="4803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66551E-CDB2-D407-1013-D4F0657217D2}"/>
              </a:ext>
            </a:extLst>
          </p:cNvPr>
          <p:cNvSpPr/>
          <p:nvPr/>
        </p:nvSpPr>
        <p:spPr>
          <a:xfrm>
            <a:off x="7433482" y="3772488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CBBA69A0-6973-6425-EEAB-BE22C6D1C23C}"/>
              </a:ext>
            </a:extLst>
          </p:cNvPr>
          <p:cNvSpPr/>
          <p:nvPr/>
        </p:nvSpPr>
        <p:spPr>
          <a:xfrm>
            <a:off x="6642873" y="4932369"/>
            <a:ext cx="302685" cy="401797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E49AE5-1D3E-06A1-4454-45297EC5466C}"/>
              </a:ext>
            </a:extLst>
          </p:cNvPr>
          <p:cNvSpPr/>
          <p:nvPr/>
        </p:nvSpPr>
        <p:spPr>
          <a:xfrm>
            <a:off x="6532691" y="5433574"/>
            <a:ext cx="544757" cy="6735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93B096-C5E5-65A8-76F9-682522AF449A}"/>
              </a:ext>
            </a:extLst>
          </p:cNvPr>
          <p:cNvSpPr/>
          <p:nvPr/>
        </p:nvSpPr>
        <p:spPr>
          <a:xfrm>
            <a:off x="6587593" y="5487833"/>
            <a:ext cx="117328" cy="22071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1CC7E4-FE00-0FAC-1F28-7E97E0E29A13}"/>
              </a:ext>
            </a:extLst>
          </p:cNvPr>
          <p:cNvSpPr/>
          <p:nvPr/>
        </p:nvSpPr>
        <p:spPr>
          <a:xfrm>
            <a:off x="6910047" y="5485236"/>
            <a:ext cx="117328" cy="22071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11347B-3E64-AD6B-2366-C53D4F4A3B9A}"/>
              </a:ext>
            </a:extLst>
          </p:cNvPr>
          <p:cNvSpPr/>
          <p:nvPr/>
        </p:nvSpPr>
        <p:spPr>
          <a:xfrm>
            <a:off x="6748820" y="5485236"/>
            <a:ext cx="117328" cy="22071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EFE8D0-55CA-4BDA-837F-97AD9D60A817}"/>
              </a:ext>
            </a:extLst>
          </p:cNvPr>
          <p:cNvSpPr txBox="1"/>
          <p:nvPr/>
        </p:nvSpPr>
        <p:spPr>
          <a:xfrm>
            <a:off x="6551200" y="6126550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Html</a:t>
            </a:r>
            <a:endParaRPr lang="es-PE" sz="1100" dirty="0"/>
          </a:p>
        </p:txBody>
      </p: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4D6E0217-94FD-CE6C-0175-54DDC3F65856}"/>
              </a:ext>
            </a:extLst>
          </p:cNvPr>
          <p:cNvCxnSpPr>
            <a:stCxn id="3" idx="2"/>
            <a:endCxn id="6" idx="2"/>
          </p:cNvCxnSpPr>
          <p:nvPr/>
        </p:nvCxnSpPr>
        <p:spPr>
          <a:xfrm rot="16200000" flipH="1">
            <a:off x="3447481" y="3304641"/>
            <a:ext cx="97795" cy="3450659"/>
          </a:xfrm>
          <a:prstGeom prst="curvedConnector3">
            <a:avLst>
              <a:gd name="adj1" fmla="val 6093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ABAA39BC-3949-4B0B-3EF1-6DB731DC13E9}"/>
              </a:ext>
            </a:extLst>
          </p:cNvPr>
          <p:cNvSpPr/>
          <p:nvPr/>
        </p:nvSpPr>
        <p:spPr>
          <a:xfrm>
            <a:off x="1110382" y="3864113"/>
            <a:ext cx="789262" cy="9758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3B807AD-4E4B-96DE-BD01-1ADBE64849A5}"/>
              </a:ext>
            </a:extLst>
          </p:cNvPr>
          <p:cNvSpPr/>
          <p:nvPr/>
        </p:nvSpPr>
        <p:spPr>
          <a:xfrm>
            <a:off x="1189926" y="4346103"/>
            <a:ext cx="637170" cy="426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7541625C-593D-4EEF-9F23-4B673C1DF9E6}"/>
              </a:ext>
            </a:extLst>
          </p:cNvPr>
          <p:cNvCxnSpPr>
            <a:cxnSpLocks/>
            <a:stCxn id="31" idx="2"/>
            <a:endCxn id="3" idx="2"/>
          </p:cNvCxnSpPr>
          <p:nvPr/>
        </p:nvCxnSpPr>
        <p:spPr>
          <a:xfrm rot="5400000" flipH="1">
            <a:off x="3725032" y="3027092"/>
            <a:ext cx="1126056" cy="5034021"/>
          </a:xfrm>
          <a:prstGeom prst="curvedConnector3">
            <a:avLst>
              <a:gd name="adj1" fmla="val -20301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BA16994-37B8-1E74-3E11-D72CC2728FA3}"/>
              </a:ext>
            </a:extLst>
          </p:cNvPr>
          <p:cNvGrpSpPr/>
          <p:nvPr/>
        </p:nvGrpSpPr>
        <p:grpSpPr>
          <a:xfrm>
            <a:off x="1196577" y="3921059"/>
            <a:ext cx="630165" cy="319988"/>
            <a:chOff x="1148430" y="3905741"/>
            <a:chExt cx="718456" cy="364821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37534F0-4917-262A-708D-9D182135101B}"/>
                </a:ext>
              </a:extLst>
            </p:cNvPr>
            <p:cNvSpPr/>
            <p:nvPr/>
          </p:nvSpPr>
          <p:spPr>
            <a:xfrm>
              <a:off x="1148430" y="3909985"/>
              <a:ext cx="191675" cy="36057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5649630-0594-DB5A-C6F0-11B934F9FB0C}"/>
                </a:ext>
              </a:extLst>
            </p:cNvPr>
            <p:cNvSpPr/>
            <p:nvPr/>
          </p:nvSpPr>
          <p:spPr>
            <a:xfrm>
              <a:off x="1675211" y="3905741"/>
              <a:ext cx="191675" cy="36057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8307936-5B3E-12D1-8E75-EF136AC8E307}"/>
                </a:ext>
              </a:extLst>
            </p:cNvPr>
            <p:cNvSpPr/>
            <p:nvPr/>
          </p:nvSpPr>
          <p:spPr>
            <a:xfrm>
              <a:off x="1411820" y="3905741"/>
              <a:ext cx="191675" cy="36057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20F267AF-05DA-2D39-AB82-D9F3CB353193}"/>
              </a:ext>
            </a:extLst>
          </p:cNvPr>
          <p:cNvSpPr txBox="1"/>
          <p:nvPr/>
        </p:nvSpPr>
        <p:spPr>
          <a:xfrm>
            <a:off x="1948662" y="4660078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BBBDBA1-32D1-0FBB-9532-C58AF6A028CC}"/>
              </a:ext>
            </a:extLst>
          </p:cNvPr>
          <p:cNvSpPr txBox="1"/>
          <p:nvPr/>
        </p:nvSpPr>
        <p:spPr>
          <a:xfrm>
            <a:off x="1880501" y="4288641"/>
            <a:ext cx="7457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Hydrated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150423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42828-7A35-BF0D-4D46-64F636DA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7D9974-322C-4218-0EF4-7BECDAB97C95}"/>
              </a:ext>
            </a:extLst>
          </p:cNvPr>
          <p:cNvCxnSpPr/>
          <p:nvPr/>
        </p:nvCxnSpPr>
        <p:spPr>
          <a:xfrm>
            <a:off x="3676851" y="240632"/>
            <a:ext cx="0" cy="6468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511CA14-25C1-2332-37AB-8B981A0A2001}"/>
              </a:ext>
            </a:extLst>
          </p:cNvPr>
          <p:cNvSpPr/>
          <p:nvPr/>
        </p:nvSpPr>
        <p:spPr>
          <a:xfrm>
            <a:off x="4235116" y="240631"/>
            <a:ext cx="6689552" cy="6362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0B4676-71E4-09BF-7907-1488AF8FCB73}"/>
              </a:ext>
            </a:extLst>
          </p:cNvPr>
          <p:cNvCxnSpPr/>
          <p:nvPr/>
        </p:nvCxnSpPr>
        <p:spPr>
          <a:xfrm>
            <a:off x="317634" y="3705727"/>
            <a:ext cx="115888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0E080AC-EEEA-316D-DDF8-33B2F9B00C1A}"/>
              </a:ext>
            </a:extLst>
          </p:cNvPr>
          <p:cNvSpPr txBox="1"/>
          <p:nvPr/>
        </p:nvSpPr>
        <p:spPr>
          <a:xfrm>
            <a:off x="3089709" y="20371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SSR</a:t>
            </a:r>
            <a:endParaRPr lang="es-PE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550D05-82C3-CB83-03C2-B91A9C9836DB}"/>
              </a:ext>
            </a:extLst>
          </p:cNvPr>
          <p:cNvSpPr/>
          <p:nvPr/>
        </p:nvSpPr>
        <p:spPr>
          <a:xfrm>
            <a:off x="789272" y="986590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70E9AB-67A3-76B8-2453-A56B53996E93}"/>
              </a:ext>
            </a:extLst>
          </p:cNvPr>
          <p:cNvCxnSpPr/>
          <p:nvPr/>
        </p:nvCxnSpPr>
        <p:spPr>
          <a:xfrm>
            <a:off x="875899" y="2430380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7BB4C25-8C7C-A616-DFD0-85D7BFF5275F}"/>
              </a:ext>
            </a:extLst>
          </p:cNvPr>
          <p:cNvSpPr/>
          <p:nvPr/>
        </p:nvSpPr>
        <p:spPr>
          <a:xfrm>
            <a:off x="4600878" y="752314"/>
            <a:ext cx="1241659" cy="15352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12CC8-2F1C-B73C-C10C-2A5EC9C5594F}"/>
              </a:ext>
            </a:extLst>
          </p:cNvPr>
          <p:cNvSpPr txBox="1"/>
          <p:nvPr/>
        </p:nvSpPr>
        <p:spPr>
          <a:xfrm>
            <a:off x="4533501" y="2354056"/>
            <a:ext cx="6463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Nodejs</a:t>
            </a:r>
            <a:r>
              <a:rPr lang="es-419" sz="1100" dirty="0"/>
              <a:t> </a:t>
            </a:r>
          </a:p>
          <a:p>
            <a:r>
              <a:rPr lang="es-419" sz="1100" dirty="0"/>
              <a:t>server</a:t>
            </a:r>
            <a:endParaRPr lang="es-PE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2C3345-C842-709A-368D-A581956ECB1B}"/>
              </a:ext>
            </a:extLst>
          </p:cNvPr>
          <p:cNvSpPr/>
          <p:nvPr/>
        </p:nvSpPr>
        <p:spPr>
          <a:xfrm>
            <a:off x="6208300" y="388382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6771C7-685D-D199-904A-E640E6CD6C69}"/>
              </a:ext>
            </a:extLst>
          </p:cNvPr>
          <p:cNvSpPr txBox="1"/>
          <p:nvPr/>
        </p:nvSpPr>
        <p:spPr>
          <a:xfrm>
            <a:off x="6217927" y="1911541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Type</a:t>
            </a:r>
            <a:r>
              <a:rPr lang="es-419" sz="1100" dirty="0"/>
              <a:t> script</a:t>
            </a:r>
            <a:endParaRPr lang="es-PE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42E30C-40EA-4C65-4C36-ED05F29D9510}"/>
              </a:ext>
            </a:extLst>
          </p:cNvPr>
          <p:cNvSpPr/>
          <p:nvPr/>
        </p:nvSpPr>
        <p:spPr>
          <a:xfrm>
            <a:off x="6400801" y="605814"/>
            <a:ext cx="889950" cy="11003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DFA4DB-5E19-428E-A530-603726AB9DE6}"/>
              </a:ext>
            </a:extLst>
          </p:cNvPr>
          <p:cNvSpPr/>
          <p:nvPr/>
        </p:nvSpPr>
        <p:spPr>
          <a:xfrm>
            <a:off x="6490493" y="694456"/>
            <a:ext cx="191675" cy="360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03FB11-CBD5-1514-864D-1F288802278D}"/>
              </a:ext>
            </a:extLst>
          </p:cNvPr>
          <p:cNvSpPr/>
          <p:nvPr/>
        </p:nvSpPr>
        <p:spPr>
          <a:xfrm>
            <a:off x="7017274" y="690212"/>
            <a:ext cx="191675" cy="360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D43946-78FB-5E7C-0265-989C67BBECD2}"/>
              </a:ext>
            </a:extLst>
          </p:cNvPr>
          <p:cNvSpPr/>
          <p:nvPr/>
        </p:nvSpPr>
        <p:spPr>
          <a:xfrm>
            <a:off x="6753883" y="690212"/>
            <a:ext cx="191675" cy="3605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4B1238-471E-B815-44BC-2579C61624B6}"/>
              </a:ext>
            </a:extLst>
          </p:cNvPr>
          <p:cNvSpPr/>
          <p:nvPr/>
        </p:nvSpPr>
        <p:spPr>
          <a:xfrm>
            <a:off x="6490493" y="1149293"/>
            <a:ext cx="718456" cy="4803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546014-C7CA-77F1-B8CB-3BF12BD77FDB}"/>
              </a:ext>
            </a:extLst>
          </p:cNvPr>
          <p:cNvSpPr/>
          <p:nvPr/>
        </p:nvSpPr>
        <p:spPr>
          <a:xfrm>
            <a:off x="7433482" y="981162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573227B-A41B-4340-BE7A-D6DAEBCA2785}"/>
              </a:ext>
            </a:extLst>
          </p:cNvPr>
          <p:cNvSpPr/>
          <p:nvPr/>
        </p:nvSpPr>
        <p:spPr>
          <a:xfrm>
            <a:off x="6642873" y="2141043"/>
            <a:ext cx="302685" cy="401797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272FA5-6D20-DDF5-FD6A-079FEB8AA9FA}"/>
              </a:ext>
            </a:extLst>
          </p:cNvPr>
          <p:cNvSpPr/>
          <p:nvPr/>
        </p:nvSpPr>
        <p:spPr>
          <a:xfrm>
            <a:off x="6532691" y="2642248"/>
            <a:ext cx="544757" cy="6735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E46419-E249-CB5E-FC7E-87CDE019E4C8}"/>
              </a:ext>
            </a:extLst>
          </p:cNvPr>
          <p:cNvSpPr/>
          <p:nvPr/>
        </p:nvSpPr>
        <p:spPr>
          <a:xfrm>
            <a:off x="6587593" y="2696507"/>
            <a:ext cx="117328" cy="22071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E63305-EF30-D243-54C3-9EB6C173AF8A}"/>
              </a:ext>
            </a:extLst>
          </p:cNvPr>
          <p:cNvSpPr/>
          <p:nvPr/>
        </p:nvSpPr>
        <p:spPr>
          <a:xfrm>
            <a:off x="6910047" y="2693910"/>
            <a:ext cx="117328" cy="22071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D59D06-3DA1-B1FB-7A32-9D022FA37D1B}"/>
              </a:ext>
            </a:extLst>
          </p:cNvPr>
          <p:cNvSpPr/>
          <p:nvPr/>
        </p:nvSpPr>
        <p:spPr>
          <a:xfrm>
            <a:off x="6748820" y="2693910"/>
            <a:ext cx="117328" cy="22071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9AF976-D847-F693-5316-CFFDF7056E73}"/>
              </a:ext>
            </a:extLst>
          </p:cNvPr>
          <p:cNvSpPr txBox="1"/>
          <p:nvPr/>
        </p:nvSpPr>
        <p:spPr>
          <a:xfrm>
            <a:off x="6551200" y="3335224"/>
            <a:ext cx="4860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Html</a:t>
            </a:r>
            <a:endParaRPr lang="es-PE" sz="1100" dirty="0"/>
          </a:p>
        </p:txBody>
      </p: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8B1F5D7B-7101-3A95-F9A9-96D471FE6CCB}"/>
              </a:ext>
            </a:extLst>
          </p:cNvPr>
          <p:cNvCxnSpPr>
            <a:stCxn id="3" idx="2"/>
            <a:endCxn id="6" idx="2"/>
          </p:cNvCxnSpPr>
          <p:nvPr/>
        </p:nvCxnSpPr>
        <p:spPr>
          <a:xfrm rot="16200000" flipH="1">
            <a:off x="3447481" y="513315"/>
            <a:ext cx="97795" cy="3450659"/>
          </a:xfrm>
          <a:prstGeom prst="curvedConnector3">
            <a:avLst>
              <a:gd name="adj1" fmla="val 6093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D2AEDDE7-9D27-429B-1634-24D458908CA6}"/>
              </a:ext>
            </a:extLst>
          </p:cNvPr>
          <p:cNvSpPr/>
          <p:nvPr/>
        </p:nvSpPr>
        <p:spPr>
          <a:xfrm>
            <a:off x="1110382" y="1072787"/>
            <a:ext cx="789262" cy="9758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FE121EF-7B03-0A5F-3BA1-A1263F6C2880}"/>
              </a:ext>
            </a:extLst>
          </p:cNvPr>
          <p:cNvSpPr/>
          <p:nvPr/>
        </p:nvSpPr>
        <p:spPr>
          <a:xfrm>
            <a:off x="1189926" y="1554777"/>
            <a:ext cx="637170" cy="4260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36BDA6B1-988E-1D15-2F10-B0923DD2D916}"/>
              </a:ext>
            </a:extLst>
          </p:cNvPr>
          <p:cNvCxnSpPr>
            <a:cxnSpLocks/>
            <a:stCxn id="31" idx="2"/>
            <a:endCxn id="3" idx="2"/>
          </p:cNvCxnSpPr>
          <p:nvPr/>
        </p:nvCxnSpPr>
        <p:spPr>
          <a:xfrm rot="5400000" flipH="1">
            <a:off x="3725032" y="235766"/>
            <a:ext cx="1126056" cy="5034021"/>
          </a:xfrm>
          <a:prstGeom prst="curvedConnector3">
            <a:avLst>
              <a:gd name="adj1" fmla="val -20301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CAAAAA8-2A30-2383-021A-747832E790E5}"/>
              </a:ext>
            </a:extLst>
          </p:cNvPr>
          <p:cNvGrpSpPr/>
          <p:nvPr/>
        </p:nvGrpSpPr>
        <p:grpSpPr>
          <a:xfrm>
            <a:off x="1196577" y="1129733"/>
            <a:ext cx="630165" cy="319988"/>
            <a:chOff x="1148430" y="3905741"/>
            <a:chExt cx="718456" cy="364821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D18444B-B434-18E6-47AD-A365E7BCD9FE}"/>
                </a:ext>
              </a:extLst>
            </p:cNvPr>
            <p:cNvSpPr/>
            <p:nvPr/>
          </p:nvSpPr>
          <p:spPr>
            <a:xfrm>
              <a:off x="1148430" y="3909985"/>
              <a:ext cx="191675" cy="36057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4AC80BB-09A0-A857-921E-1D536EB7C897}"/>
                </a:ext>
              </a:extLst>
            </p:cNvPr>
            <p:cNvSpPr/>
            <p:nvPr/>
          </p:nvSpPr>
          <p:spPr>
            <a:xfrm>
              <a:off x="1675211" y="3905741"/>
              <a:ext cx="191675" cy="36057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3A62DD3-8A9A-EDCF-F160-F6C133E97076}"/>
                </a:ext>
              </a:extLst>
            </p:cNvPr>
            <p:cNvSpPr/>
            <p:nvPr/>
          </p:nvSpPr>
          <p:spPr>
            <a:xfrm>
              <a:off x="1411820" y="3905741"/>
              <a:ext cx="191675" cy="360577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96D50D8-73E6-839F-4585-7DEDA85D3FA6}"/>
              </a:ext>
            </a:extLst>
          </p:cNvPr>
          <p:cNvSpPr txBox="1"/>
          <p:nvPr/>
        </p:nvSpPr>
        <p:spPr>
          <a:xfrm>
            <a:off x="1948662" y="1868752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31A896B-B02E-6579-913F-A64DBA2AC8D4}"/>
              </a:ext>
            </a:extLst>
          </p:cNvPr>
          <p:cNvSpPr txBox="1"/>
          <p:nvPr/>
        </p:nvSpPr>
        <p:spPr>
          <a:xfrm>
            <a:off x="1880501" y="1497315"/>
            <a:ext cx="7457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Hydrated</a:t>
            </a:r>
            <a:endParaRPr lang="es-PE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48F77-C8A1-67A0-302B-B1F3C3727421}"/>
              </a:ext>
            </a:extLst>
          </p:cNvPr>
          <p:cNvSpPr txBox="1"/>
          <p:nvPr/>
        </p:nvSpPr>
        <p:spPr>
          <a:xfrm>
            <a:off x="3089709" y="3857121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SSG</a:t>
            </a:r>
            <a:endParaRPr lang="es-P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D84160-7D66-79EA-2760-8CBACED420F8}"/>
              </a:ext>
            </a:extLst>
          </p:cNvPr>
          <p:cNvSpPr/>
          <p:nvPr/>
        </p:nvSpPr>
        <p:spPr>
          <a:xfrm>
            <a:off x="5247209" y="4190470"/>
            <a:ext cx="1241659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06195AC-615F-3A89-344C-0ED5E403D5FF}"/>
              </a:ext>
            </a:extLst>
          </p:cNvPr>
          <p:cNvSpPr/>
          <p:nvPr/>
        </p:nvSpPr>
        <p:spPr>
          <a:xfrm>
            <a:off x="6854630" y="4190470"/>
            <a:ext cx="1241659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7A5FF4-EAE1-10A3-A841-A8A7345721E0}"/>
              </a:ext>
            </a:extLst>
          </p:cNvPr>
          <p:cNvSpPr/>
          <p:nvPr/>
        </p:nvSpPr>
        <p:spPr>
          <a:xfrm>
            <a:off x="8591984" y="4190470"/>
            <a:ext cx="1241659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5F9D0-8B6C-D3B9-CB1A-82AC6B10D0E2}"/>
              </a:ext>
            </a:extLst>
          </p:cNvPr>
          <p:cNvSpPr txBox="1"/>
          <p:nvPr/>
        </p:nvSpPr>
        <p:spPr>
          <a:xfrm>
            <a:off x="5179832" y="5792212"/>
            <a:ext cx="877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Home.html</a:t>
            </a:r>
            <a:endParaRPr lang="es-PE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44BA23-670B-D43F-2A84-1D3BB171CDA8}"/>
              </a:ext>
            </a:extLst>
          </p:cNvPr>
          <p:cNvSpPr txBox="1"/>
          <p:nvPr/>
        </p:nvSpPr>
        <p:spPr>
          <a:xfrm>
            <a:off x="6854630" y="5792212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About.html</a:t>
            </a:r>
            <a:endParaRPr lang="es-PE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DD310F-B9B3-8B69-7E16-7C436E2521D0}"/>
              </a:ext>
            </a:extLst>
          </p:cNvPr>
          <p:cNvSpPr txBox="1"/>
          <p:nvPr/>
        </p:nvSpPr>
        <p:spPr>
          <a:xfrm>
            <a:off x="8591984" y="5792212"/>
            <a:ext cx="10567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Products.html</a:t>
            </a:r>
            <a:endParaRPr lang="es-PE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737471-113B-C825-509F-85585567B536}"/>
              </a:ext>
            </a:extLst>
          </p:cNvPr>
          <p:cNvSpPr txBox="1"/>
          <p:nvPr/>
        </p:nvSpPr>
        <p:spPr>
          <a:xfrm>
            <a:off x="5323808" y="4308222"/>
            <a:ext cx="7922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CSS</a:t>
            </a:r>
          </a:p>
          <a:p>
            <a:r>
              <a:rPr lang="es-419" sz="1100" dirty="0" err="1"/>
              <a:t>Javascript</a:t>
            </a:r>
            <a:endParaRPr lang="es-419" sz="1100" dirty="0"/>
          </a:p>
          <a:p>
            <a:r>
              <a:rPr lang="es-419" sz="1100" dirty="0" err="1"/>
              <a:t>Images</a:t>
            </a:r>
            <a:endParaRPr lang="es-419" sz="1100" dirty="0"/>
          </a:p>
          <a:p>
            <a:r>
              <a:rPr lang="es-419" sz="1100" dirty="0" err="1"/>
              <a:t>Objects</a:t>
            </a:r>
            <a:endParaRPr lang="es-PE" sz="11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DC9050-10DC-4E28-FAF9-9DEA7826933F}"/>
              </a:ext>
            </a:extLst>
          </p:cNvPr>
          <p:cNvSpPr/>
          <p:nvPr/>
        </p:nvSpPr>
        <p:spPr>
          <a:xfrm>
            <a:off x="8717122" y="4314143"/>
            <a:ext cx="267425" cy="50307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4F9F4C-7471-D7F8-97D3-C2CAB6753457}"/>
              </a:ext>
            </a:extLst>
          </p:cNvPr>
          <p:cNvSpPr/>
          <p:nvPr/>
        </p:nvSpPr>
        <p:spPr>
          <a:xfrm>
            <a:off x="9452087" y="4308222"/>
            <a:ext cx="267425" cy="50307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A727B0C-8B61-7ADE-7FE1-B0A4CA09470D}"/>
              </a:ext>
            </a:extLst>
          </p:cNvPr>
          <p:cNvSpPr/>
          <p:nvPr/>
        </p:nvSpPr>
        <p:spPr>
          <a:xfrm>
            <a:off x="9084604" y="4308222"/>
            <a:ext cx="267425" cy="50307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EC3970-2B62-3A5E-2762-3074819C2440}"/>
              </a:ext>
            </a:extLst>
          </p:cNvPr>
          <p:cNvSpPr/>
          <p:nvPr/>
        </p:nvSpPr>
        <p:spPr>
          <a:xfrm>
            <a:off x="8717122" y="4948732"/>
            <a:ext cx="1002390" cy="6702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70F05B3-2FCC-2751-8A08-80113AD53449}"/>
              </a:ext>
            </a:extLst>
          </p:cNvPr>
          <p:cNvSpPr/>
          <p:nvPr/>
        </p:nvSpPr>
        <p:spPr>
          <a:xfrm>
            <a:off x="4774132" y="3952615"/>
            <a:ext cx="5524900" cy="2210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4D3C631-6EFD-F2D5-3A5E-D4D63C6D47B6}"/>
              </a:ext>
            </a:extLst>
          </p:cNvPr>
          <p:cNvSpPr/>
          <p:nvPr/>
        </p:nvSpPr>
        <p:spPr>
          <a:xfrm>
            <a:off x="760397" y="4430534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6685A20-6848-013F-9473-D02EF9338455}"/>
              </a:ext>
            </a:extLst>
          </p:cNvPr>
          <p:cNvCxnSpPr/>
          <p:nvPr/>
        </p:nvCxnSpPr>
        <p:spPr>
          <a:xfrm>
            <a:off x="847024" y="5874324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1ECB49E4-263C-6678-DEEC-5FC7ABBD6909}"/>
              </a:ext>
            </a:extLst>
          </p:cNvPr>
          <p:cNvCxnSpPr>
            <a:cxnSpLocks/>
            <a:stCxn id="56" idx="2"/>
            <a:endCxn id="30" idx="2"/>
          </p:cNvCxnSpPr>
          <p:nvPr/>
        </p:nvCxnSpPr>
        <p:spPr>
          <a:xfrm rot="16200000" flipH="1">
            <a:off x="3759103" y="3616762"/>
            <a:ext cx="92007" cy="4125865"/>
          </a:xfrm>
          <a:prstGeom prst="curvedConnector3">
            <a:avLst>
              <a:gd name="adj1" fmla="val 7878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9FB80EF-A93F-4534-3900-F17CD50E5BF9}"/>
              </a:ext>
            </a:extLst>
          </p:cNvPr>
          <p:cNvSpPr txBox="1"/>
          <p:nvPr/>
        </p:nvSpPr>
        <p:spPr>
          <a:xfrm>
            <a:off x="6551200" y="6230056"/>
            <a:ext cx="14013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Angular, </a:t>
            </a:r>
            <a:r>
              <a:rPr lang="es-419" sz="1100" dirty="0" err="1"/>
              <a:t>React</a:t>
            </a:r>
            <a:r>
              <a:rPr lang="es-419" sz="1100" dirty="0"/>
              <a:t>, VUE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172233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6ECA-4438-3642-6623-4C40DB53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B2A157-B649-9AAE-A834-C3FB5FDF8243}"/>
              </a:ext>
            </a:extLst>
          </p:cNvPr>
          <p:cNvCxnSpPr/>
          <p:nvPr/>
        </p:nvCxnSpPr>
        <p:spPr>
          <a:xfrm>
            <a:off x="3676851" y="240632"/>
            <a:ext cx="0" cy="6468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11D51F1-1CC4-9EC1-8A34-EA33114B20BE}"/>
              </a:ext>
            </a:extLst>
          </p:cNvPr>
          <p:cNvSpPr/>
          <p:nvPr/>
        </p:nvSpPr>
        <p:spPr>
          <a:xfrm>
            <a:off x="4263994" y="240632"/>
            <a:ext cx="6689552" cy="6362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E3DDF4-3C8A-E2E5-3A48-97FCB3016EFF}"/>
              </a:ext>
            </a:extLst>
          </p:cNvPr>
          <p:cNvCxnSpPr/>
          <p:nvPr/>
        </p:nvCxnSpPr>
        <p:spPr>
          <a:xfrm>
            <a:off x="317634" y="2541070"/>
            <a:ext cx="115888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ACDE1B-D9F4-6B27-0A50-D8D227F07398}"/>
              </a:ext>
            </a:extLst>
          </p:cNvPr>
          <p:cNvSpPr/>
          <p:nvPr/>
        </p:nvSpPr>
        <p:spPr>
          <a:xfrm>
            <a:off x="789272" y="437894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96F63A-A713-00D0-C225-642685B43703}"/>
              </a:ext>
            </a:extLst>
          </p:cNvPr>
          <p:cNvCxnSpPr/>
          <p:nvPr/>
        </p:nvCxnSpPr>
        <p:spPr>
          <a:xfrm>
            <a:off x="875899" y="1881684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546AF6B-7DD6-9442-8E0B-15B50A3760D8}"/>
              </a:ext>
            </a:extLst>
          </p:cNvPr>
          <p:cNvSpPr/>
          <p:nvPr/>
        </p:nvSpPr>
        <p:spPr>
          <a:xfrm>
            <a:off x="6208300" y="362584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142BB-6938-D01B-5778-4B3CFEC5A662}"/>
              </a:ext>
            </a:extLst>
          </p:cNvPr>
          <p:cNvCxnSpPr/>
          <p:nvPr/>
        </p:nvCxnSpPr>
        <p:spPr>
          <a:xfrm flipH="1">
            <a:off x="4081112" y="745960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291FA68A-5284-7BB9-8635-09C4675B4B26}"/>
              </a:ext>
            </a:extLst>
          </p:cNvPr>
          <p:cNvSpPr/>
          <p:nvPr/>
        </p:nvSpPr>
        <p:spPr>
          <a:xfrm>
            <a:off x="3840480" y="630428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A76D47-953E-896B-B6BD-C8B8426638D8}"/>
              </a:ext>
            </a:extLst>
          </p:cNvPr>
          <p:cNvCxnSpPr/>
          <p:nvPr/>
        </p:nvCxnSpPr>
        <p:spPr>
          <a:xfrm flipH="1">
            <a:off x="4090748" y="1244869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63A1626-04F7-05A7-6889-C62E6C796E28}"/>
              </a:ext>
            </a:extLst>
          </p:cNvPr>
          <p:cNvSpPr/>
          <p:nvPr/>
        </p:nvSpPr>
        <p:spPr>
          <a:xfrm>
            <a:off x="3850116" y="1129337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BF99CB-C1EE-6FC5-1361-8C0733165D1B}"/>
              </a:ext>
            </a:extLst>
          </p:cNvPr>
          <p:cNvCxnSpPr/>
          <p:nvPr/>
        </p:nvCxnSpPr>
        <p:spPr>
          <a:xfrm flipH="1">
            <a:off x="4081112" y="1662793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CAED0EE-8292-A3A8-88F5-1BF02FA90AFD}"/>
              </a:ext>
            </a:extLst>
          </p:cNvPr>
          <p:cNvSpPr/>
          <p:nvPr/>
        </p:nvSpPr>
        <p:spPr>
          <a:xfrm>
            <a:off x="3840480" y="1547261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5206E7-D220-729D-D988-D6198D8B8A41}"/>
              </a:ext>
            </a:extLst>
          </p:cNvPr>
          <p:cNvSpPr/>
          <p:nvPr/>
        </p:nvSpPr>
        <p:spPr>
          <a:xfrm>
            <a:off x="7433482" y="883313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347D02E9-12E4-B9E1-35EE-B597482C2CEC}"/>
              </a:ext>
            </a:extLst>
          </p:cNvPr>
          <p:cNvSpPr/>
          <p:nvPr/>
        </p:nvSpPr>
        <p:spPr>
          <a:xfrm>
            <a:off x="9808148" y="663879"/>
            <a:ext cx="731520" cy="866810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E393E0-BE2B-8966-0BAE-79DEA5590296}"/>
              </a:ext>
            </a:extLst>
          </p:cNvPr>
          <p:cNvCxnSpPr>
            <a:cxnSpLocks/>
            <a:stCxn id="28" idx="3"/>
            <a:endCxn id="33" idx="2"/>
          </p:cNvCxnSpPr>
          <p:nvPr/>
        </p:nvCxnSpPr>
        <p:spPr>
          <a:xfrm flipV="1">
            <a:off x="8152598" y="1097284"/>
            <a:ext cx="1655550" cy="8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478C7A3-E1EC-0442-BCE2-9077AD07E789}"/>
              </a:ext>
            </a:extLst>
          </p:cNvPr>
          <p:cNvSpPr txBox="1"/>
          <p:nvPr/>
        </p:nvSpPr>
        <p:spPr>
          <a:xfrm>
            <a:off x="9991005" y="159125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DB</a:t>
            </a:r>
            <a:endParaRPr lang="es-PE" sz="1100" dirty="0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A8CA154B-B993-9BA4-9A5E-C1AA09ADAC54}"/>
              </a:ext>
            </a:extLst>
          </p:cNvPr>
          <p:cNvCxnSpPr>
            <a:stCxn id="5" idx="2"/>
            <a:endCxn id="26" idx="4"/>
          </p:cNvCxnSpPr>
          <p:nvPr/>
        </p:nvCxnSpPr>
        <p:spPr>
          <a:xfrm rot="16200000" flipH="1">
            <a:off x="2792502" y="619598"/>
            <a:ext cx="146841" cy="2189747"/>
          </a:xfrm>
          <a:prstGeom prst="curvedConnector3">
            <a:avLst>
              <a:gd name="adj1" fmla="val 255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67CB014-2B33-3D76-5E0D-2FEC8CE4D49C}"/>
              </a:ext>
            </a:extLst>
          </p:cNvPr>
          <p:cNvSpPr txBox="1"/>
          <p:nvPr/>
        </p:nvSpPr>
        <p:spPr>
          <a:xfrm>
            <a:off x="2448980" y="2076407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b="1" dirty="0" err="1"/>
              <a:t>Javascript</a:t>
            </a:r>
            <a:endParaRPr lang="es-PE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44F194-6BDB-790C-A517-1D541BF2F6D7}"/>
              </a:ext>
            </a:extLst>
          </p:cNvPr>
          <p:cNvSpPr txBox="1"/>
          <p:nvPr/>
        </p:nvSpPr>
        <p:spPr>
          <a:xfrm>
            <a:off x="1218100" y="2122317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AJAX</a:t>
            </a:r>
            <a:endParaRPr lang="es-PE" sz="11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A0132E-EBA1-A59E-CC25-11F79F04B034}"/>
              </a:ext>
            </a:extLst>
          </p:cNvPr>
          <p:cNvSpPr/>
          <p:nvPr/>
        </p:nvSpPr>
        <p:spPr>
          <a:xfrm>
            <a:off x="1434167" y="543000"/>
            <a:ext cx="673762" cy="83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FB8D1F-3FB8-272C-E936-2E523777B078}"/>
              </a:ext>
            </a:extLst>
          </p:cNvPr>
          <p:cNvSpPr txBox="1"/>
          <p:nvPr/>
        </p:nvSpPr>
        <p:spPr>
          <a:xfrm>
            <a:off x="1353305" y="1368953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Index.html</a:t>
            </a:r>
            <a:endParaRPr lang="es-PE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4731EC-9463-D951-65C2-7692AEAB9238}"/>
              </a:ext>
            </a:extLst>
          </p:cNvPr>
          <p:cNvSpPr txBox="1"/>
          <p:nvPr/>
        </p:nvSpPr>
        <p:spPr>
          <a:xfrm>
            <a:off x="3089709" y="255072"/>
            <a:ext cx="572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SPA</a:t>
            </a:r>
            <a:endParaRPr lang="es-P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81BC11-DC81-8DB6-C8A3-01342E027654}"/>
              </a:ext>
            </a:extLst>
          </p:cNvPr>
          <p:cNvSpPr/>
          <p:nvPr/>
        </p:nvSpPr>
        <p:spPr>
          <a:xfrm>
            <a:off x="789272" y="3083948"/>
            <a:ext cx="1963553" cy="12031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C8AF41-E3AD-A619-6402-C97636656D58}"/>
              </a:ext>
            </a:extLst>
          </p:cNvPr>
          <p:cNvCxnSpPr/>
          <p:nvPr/>
        </p:nvCxnSpPr>
        <p:spPr>
          <a:xfrm>
            <a:off x="875899" y="4527738"/>
            <a:ext cx="1876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1CBBF18-7969-A537-D125-6DCD02724682}"/>
              </a:ext>
            </a:extLst>
          </p:cNvPr>
          <p:cNvSpPr/>
          <p:nvPr/>
        </p:nvSpPr>
        <p:spPr>
          <a:xfrm>
            <a:off x="6208300" y="3008638"/>
            <a:ext cx="2358184" cy="15352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1E19BC-EB8C-8372-D725-58FF57C0FFC0}"/>
              </a:ext>
            </a:extLst>
          </p:cNvPr>
          <p:cNvCxnSpPr/>
          <p:nvPr/>
        </p:nvCxnSpPr>
        <p:spPr>
          <a:xfrm flipH="1">
            <a:off x="4081112" y="3392014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CF4EA1C-6B6F-8919-76C8-A24C49398E50}"/>
              </a:ext>
            </a:extLst>
          </p:cNvPr>
          <p:cNvSpPr/>
          <p:nvPr/>
        </p:nvSpPr>
        <p:spPr>
          <a:xfrm>
            <a:off x="3840480" y="3276482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B94F80-8159-0C21-4619-4E1340EB558A}"/>
              </a:ext>
            </a:extLst>
          </p:cNvPr>
          <p:cNvCxnSpPr/>
          <p:nvPr/>
        </p:nvCxnSpPr>
        <p:spPr>
          <a:xfrm flipH="1">
            <a:off x="4090748" y="3890923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A13C0E68-FDE4-181C-CFC5-207AA7BFC9AC}"/>
              </a:ext>
            </a:extLst>
          </p:cNvPr>
          <p:cNvSpPr/>
          <p:nvPr/>
        </p:nvSpPr>
        <p:spPr>
          <a:xfrm>
            <a:off x="3850116" y="3775391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97D08B-E1AF-445C-D459-B1AA1FDF197F}"/>
              </a:ext>
            </a:extLst>
          </p:cNvPr>
          <p:cNvCxnSpPr/>
          <p:nvPr/>
        </p:nvCxnSpPr>
        <p:spPr>
          <a:xfrm flipH="1">
            <a:off x="4081112" y="4308847"/>
            <a:ext cx="21271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0B9DDFA-8DDC-3F16-B6B0-2078F1E6E262}"/>
              </a:ext>
            </a:extLst>
          </p:cNvPr>
          <p:cNvSpPr/>
          <p:nvPr/>
        </p:nvSpPr>
        <p:spPr>
          <a:xfrm>
            <a:off x="3840480" y="4193315"/>
            <a:ext cx="240632" cy="2406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7C88892-D1DC-1EA5-0801-8350EBAACA63}"/>
              </a:ext>
            </a:extLst>
          </p:cNvPr>
          <p:cNvSpPr/>
          <p:nvPr/>
        </p:nvSpPr>
        <p:spPr>
          <a:xfrm>
            <a:off x="7433482" y="3529367"/>
            <a:ext cx="719116" cy="445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1100" dirty="0" err="1">
                <a:solidFill>
                  <a:schemeClr val="tx1"/>
                </a:solidFill>
              </a:rPr>
              <a:t>Coding</a:t>
            </a:r>
            <a:endParaRPr lang="es-PE" sz="1100" dirty="0">
              <a:solidFill>
                <a:schemeClr val="tx1"/>
              </a:solidFill>
            </a:endParaRPr>
          </a:p>
        </p:txBody>
      </p:sp>
      <p:sp>
        <p:nvSpPr>
          <p:cNvPr id="53" name="Cylinder 52">
            <a:extLst>
              <a:ext uri="{FF2B5EF4-FFF2-40B4-BE49-F238E27FC236}">
                <a16:creationId xmlns:a16="http://schemas.microsoft.com/office/drawing/2014/main" id="{CB426D2D-65CC-687D-324F-70D8FC633874}"/>
              </a:ext>
            </a:extLst>
          </p:cNvPr>
          <p:cNvSpPr/>
          <p:nvPr/>
        </p:nvSpPr>
        <p:spPr>
          <a:xfrm>
            <a:off x="9808148" y="3309933"/>
            <a:ext cx="731520" cy="866810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7DFF77C-25EB-08E6-CA6B-1A473F3258CA}"/>
              </a:ext>
            </a:extLst>
          </p:cNvPr>
          <p:cNvCxnSpPr>
            <a:cxnSpLocks/>
            <a:stCxn id="51" idx="3"/>
            <a:endCxn id="53" idx="2"/>
          </p:cNvCxnSpPr>
          <p:nvPr/>
        </p:nvCxnSpPr>
        <p:spPr>
          <a:xfrm flipV="1">
            <a:off x="8152598" y="3743338"/>
            <a:ext cx="1655550" cy="8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362292A-E224-09AB-80F6-EEA50677D199}"/>
              </a:ext>
            </a:extLst>
          </p:cNvPr>
          <p:cNvSpPr txBox="1"/>
          <p:nvPr/>
        </p:nvSpPr>
        <p:spPr>
          <a:xfrm>
            <a:off x="9991005" y="4237311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DB</a:t>
            </a:r>
            <a:endParaRPr lang="es-PE" sz="1100" dirty="0"/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05914087-7A0D-ABBA-6B51-560522D6E3AC}"/>
              </a:ext>
            </a:extLst>
          </p:cNvPr>
          <p:cNvCxnSpPr>
            <a:stCxn id="13" idx="2"/>
            <a:endCxn id="50" idx="4"/>
          </p:cNvCxnSpPr>
          <p:nvPr/>
        </p:nvCxnSpPr>
        <p:spPr>
          <a:xfrm rot="16200000" flipH="1">
            <a:off x="2792502" y="3265652"/>
            <a:ext cx="146841" cy="2189747"/>
          </a:xfrm>
          <a:prstGeom prst="curvedConnector3">
            <a:avLst>
              <a:gd name="adj1" fmla="val 2556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721DFFE-4124-86FA-EE2C-DA006BFD351B}"/>
              </a:ext>
            </a:extLst>
          </p:cNvPr>
          <p:cNvSpPr txBox="1"/>
          <p:nvPr/>
        </p:nvSpPr>
        <p:spPr>
          <a:xfrm>
            <a:off x="2448980" y="4722461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b="1" dirty="0" err="1"/>
              <a:t>Javascript</a:t>
            </a:r>
            <a:endParaRPr lang="es-PE" sz="11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3A6A30-DE2B-4093-75A7-E097F740F623}"/>
              </a:ext>
            </a:extLst>
          </p:cNvPr>
          <p:cNvSpPr txBox="1"/>
          <p:nvPr/>
        </p:nvSpPr>
        <p:spPr>
          <a:xfrm>
            <a:off x="1605325" y="4576357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AJAX</a:t>
            </a:r>
            <a:endParaRPr lang="es-PE" sz="11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6B832B4-1E08-6D26-10C5-EE8F523E93CC}"/>
              </a:ext>
            </a:extLst>
          </p:cNvPr>
          <p:cNvSpPr/>
          <p:nvPr/>
        </p:nvSpPr>
        <p:spPr>
          <a:xfrm>
            <a:off x="1434167" y="3189054"/>
            <a:ext cx="673762" cy="83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0CBB35-DF6E-DE76-36D9-3A3707CB0E95}"/>
              </a:ext>
            </a:extLst>
          </p:cNvPr>
          <p:cNvSpPr txBox="1"/>
          <p:nvPr/>
        </p:nvSpPr>
        <p:spPr>
          <a:xfrm>
            <a:off x="1353305" y="4015007"/>
            <a:ext cx="8354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Index.html</a:t>
            </a:r>
            <a:endParaRPr lang="es-PE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BFE9B0-D8DA-AA87-24A6-6CDA7344BF15}"/>
              </a:ext>
            </a:extLst>
          </p:cNvPr>
          <p:cNvSpPr txBox="1"/>
          <p:nvPr/>
        </p:nvSpPr>
        <p:spPr>
          <a:xfrm>
            <a:off x="3089709" y="2901126"/>
            <a:ext cx="655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PWA</a:t>
            </a:r>
            <a:endParaRPr lang="es-PE" dirty="0"/>
          </a:p>
        </p:txBody>
      </p:sp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F74971D9-3892-3A66-DFCF-94276C1EFD71}"/>
              </a:ext>
            </a:extLst>
          </p:cNvPr>
          <p:cNvSpPr/>
          <p:nvPr/>
        </p:nvSpPr>
        <p:spPr>
          <a:xfrm>
            <a:off x="3089709" y="4287105"/>
            <a:ext cx="572334" cy="621777"/>
          </a:xfrm>
          <a:prstGeom prst="mathMultiply">
            <a:avLst>
              <a:gd name="adj1" fmla="val 10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Cylinder 64">
            <a:extLst>
              <a:ext uri="{FF2B5EF4-FFF2-40B4-BE49-F238E27FC236}">
                <a16:creationId xmlns:a16="http://schemas.microsoft.com/office/drawing/2014/main" id="{326E348D-C407-59BA-50FD-24EBE99EBE80}"/>
              </a:ext>
            </a:extLst>
          </p:cNvPr>
          <p:cNvSpPr/>
          <p:nvPr/>
        </p:nvSpPr>
        <p:spPr>
          <a:xfrm>
            <a:off x="1141095" y="5166330"/>
            <a:ext cx="481311" cy="570326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FC4346-014C-9CA3-F4E9-6CBB83DF4EB8}"/>
              </a:ext>
            </a:extLst>
          </p:cNvPr>
          <p:cNvSpPr txBox="1"/>
          <p:nvPr/>
        </p:nvSpPr>
        <p:spPr>
          <a:xfrm>
            <a:off x="1030823" y="5771530"/>
            <a:ext cx="7296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Local DB</a:t>
            </a:r>
            <a:endParaRPr lang="es-PE" sz="11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9189707-2409-263F-0494-E4E969D24A12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1374858" y="4287105"/>
            <a:ext cx="6893" cy="879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Curved 70">
            <a:extLst>
              <a:ext uri="{FF2B5EF4-FFF2-40B4-BE49-F238E27FC236}">
                <a16:creationId xmlns:a16="http://schemas.microsoft.com/office/drawing/2014/main" id="{69EB3F62-FAAC-04D0-E915-4D86888CD7EF}"/>
              </a:ext>
            </a:extLst>
          </p:cNvPr>
          <p:cNvCxnSpPr>
            <a:cxnSpLocks/>
            <a:stCxn id="65" idx="3"/>
            <a:endCxn id="53" idx="3"/>
          </p:cNvCxnSpPr>
          <p:nvPr/>
        </p:nvCxnSpPr>
        <p:spPr>
          <a:xfrm rot="5400000" flipH="1" flipV="1">
            <a:off x="4997872" y="560621"/>
            <a:ext cx="1559913" cy="8792157"/>
          </a:xfrm>
          <a:prstGeom prst="curvedConnector3">
            <a:avLst>
              <a:gd name="adj1" fmla="val -42422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2AA2B79-5AD7-C8DE-2535-8600658B3906}"/>
              </a:ext>
            </a:extLst>
          </p:cNvPr>
          <p:cNvSpPr txBox="1"/>
          <p:nvPr/>
        </p:nvSpPr>
        <p:spPr>
          <a:xfrm>
            <a:off x="5827336" y="6112040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SYNC</a:t>
            </a:r>
            <a:endParaRPr lang="es-PE" sz="11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D5DD8F-8912-D3DE-8207-D9BF240F9843}"/>
              </a:ext>
            </a:extLst>
          </p:cNvPr>
          <p:cNvSpPr txBox="1"/>
          <p:nvPr/>
        </p:nvSpPr>
        <p:spPr>
          <a:xfrm>
            <a:off x="279040" y="4627136"/>
            <a:ext cx="11608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b="1" dirty="0"/>
              <a:t>Offline</a:t>
            </a:r>
          </a:p>
          <a:p>
            <a:r>
              <a:rPr lang="es-419" sz="1100" b="1" dirty="0" err="1"/>
              <a:t>Service</a:t>
            </a:r>
            <a:r>
              <a:rPr lang="es-419" sz="1100" b="1" dirty="0"/>
              <a:t> </a:t>
            </a:r>
            <a:r>
              <a:rPr lang="es-419" sz="1100" b="1" dirty="0" err="1"/>
              <a:t>Wroker</a:t>
            </a:r>
            <a:endParaRPr lang="es-PE" sz="1100" b="1" dirty="0"/>
          </a:p>
        </p:txBody>
      </p:sp>
    </p:spTree>
    <p:extLst>
      <p:ext uri="{BB962C8B-B14F-4D97-AF65-F5344CB8AC3E}">
        <p14:creationId xmlns:p14="http://schemas.microsoft.com/office/powerpoint/2010/main" val="3538491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6C22BA-3C6C-EE96-C09D-2B0E5AC5CEDF}"/>
              </a:ext>
            </a:extLst>
          </p:cNvPr>
          <p:cNvSpPr/>
          <p:nvPr/>
        </p:nvSpPr>
        <p:spPr>
          <a:xfrm>
            <a:off x="7115906" y="410635"/>
            <a:ext cx="3014083" cy="54795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90DB45-43E9-FF4F-D86E-D806585F5B9C}"/>
              </a:ext>
            </a:extLst>
          </p:cNvPr>
          <p:cNvCxnSpPr>
            <a:cxnSpLocks/>
          </p:cNvCxnSpPr>
          <p:nvPr/>
        </p:nvCxnSpPr>
        <p:spPr>
          <a:xfrm>
            <a:off x="7115906" y="6295797"/>
            <a:ext cx="3014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518F003-4F12-5774-167C-A6F24E31B039}"/>
              </a:ext>
            </a:extLst>
          </p:cNvPr>
          <p:cNvSpPr/>
          <p:nvPr/>
        </p:nvSpPr>
        <p:spPr>
          <a:xfrm>
            <a:off x="7400914" y="748145"/>
            <a:ext cx="2446317" cy="47857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CEDA49-BCDA-22EA-4490-B5415DF5EDBC}"/>
              </a:ext>
            </a:extLst>
          </p:cNvPr>
          <p:cNvSpPr/>
          <p:nvPr/>
        </p:nvSpPr>
        <p:spPr>
          <a:xfrm>
            <a:off x="7645047" y="1122281"/>
            <a:ext cx="2011680" cy="947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C67342-D97D-4D32-3BBD-945936990BD1}"/>
              </a:ext>
            </a:extLst>
          </p:cNvPr>
          <p:cNvSpPr/>
          <p:nvPr/>
        </p:nvSpPr>
        <p:spPr>
          <a:xfrm>
            <a:off x="7645047" y="2380940"/>
            <a:ext cx="2011680" cy="947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2B429-6394-8906-E041-C6D6611E10B6}"/>
              </a:ext>
            </a:extLst>
          </p:cNvPr>
          <p:cNvSpPr/>
          <p:nvPr/>
        </p:nvSpPr>
        <p:spPr>
          <a:xfrm>
            <a:off x="7645047" y="3605370"/>
            <a:ext cx="2011680" cy="947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DD8F5-41F5-345F-C779-01CD22BB79E3}"/>
              </a:ext>
            </a:extLst>
          </p:cNvPr>
          <p:cNvSpPr txBox="1"/>
          <p:nvPr/>
        </p:nvSpPr>
        <p:spPr>
          <a:xfrm>
            <a:off x="7562470" y="890567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chemeClr val="bg1">
                    <a:lumMod val="75000"/>
                  </a:schemeClr>
                </a:solidFill>
              </a:rPr>
              <a:t>Angular</a:t>
            </a:r>
            <a:endParaRPr lang="es-PE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3AF69-1BEF-3B9D-E8AE-876C0F2619C3}"/>
              </a:ext>
            </a:extLst>
          </p:cNvPr>
          <p:cNvSpPr txBox="1"/>
          <p:nvPr/>
        </p:nvSpPr>
        <p:spPr>
          <a:xfrm>
            <a:off x="7562470" y="2116756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>
                <a:solidFill>
                  <a:schemeClr val="bg1">
                    <a:lumMod val="75000"/>
                  </a:schemeClr>
                </a:solidFill>
              </a:rPr>
              <a:t>React</a:t>
            </a:r>
            <a:endParaRPr lang="es-PE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4D85E-C428-D6E4-7401-487549985347}"/>
              </a:ext>
            </a:extLst>
          </p:cNvPr>
          <p:cNvSpPr txBox="1"/>
          <p:nvPr/>
        </p:nvSpPr>
        <p:spPr>
          <a:xfrm>
            <a:off x="7562470" y="341410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chemeClr val="bg1">
                    <a:lumMod val="75000"/>
                  </a:schemeClr>
                </a:solidFill>
              </a:rPr>
              <a:t>VUE</a:t>
            </a:r>
            <a:endParaRPr lang="es-PE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BAC04D1F-B263-0905-4885-A3EECCFE60CF}"/>
              </a:ext>
            </a:extLst>
          </p:cNvPr>
          <p:cNvCxnSpPr>
            <a:stCxn id="8" idx="1"/>
            <a:endCxn id="9" idx="1"/>
          </p:cNvCxnSpPr>
          <p:nvPr/>
        </p:nvCxnSpPr>
        <p:spPr>
          <a:xfrm rot="10800000" flipV="1">
            <a:off x="7645047" y="1595856"/>
            <a:ext cx="12700" cy="1258659"/>
          </a:xfrm>
          <a:prstGeom prst="curvedConnector3">
            <a:avLst>
              <a:gd name="adj1" fmla="val 3846315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2897D7E6-BEB4-BF45-401A-ECB01865B2CD}"/>
              </a:ext>
            </a:extLst>
          </p:cNvPr>
          <p:cNvCxnSpPr>
            <a:cxnSpLocks/>
            <a:stCxn id="10" idx="1"/>
            <a:endCxn id="9" idx="1"/>
          </p:cNvCxnSpPr>
          <p:nvPr/>
        </p:nvCxnSpPr>
        <p:spPr>
          <a:xfrm rot="10800000">
            <a:off x="7645047" y="2854516"/>
            <a:ext cx="12700" cy="1224430"/>
          </a:xfrm>
          <a:prstGeom prst="curvedConnector3">
            <a:avLst>
              <a:gd name="adj1" fmla="val 346737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D8EA7E-9588-9E9E-3957-9A6E4737A8BA}"/>
              </a:ext>
            </a:extLst>
          </p:cNvPr>
          <p:cNvSpPr txBox="1"/>
          <p:nvPr/>
        </p:nvSpPr>
        <p:spPr>
          <a:xfrm>
            <a:off x="7340293" y="514171"/>
            <a:ext cx="1646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rgbClr val="FF0000"/>
                </a:solidFill>
              </a:rPr>
              <a:t>Shell (Angular – </a:t>
            </a:r>
            <a:r>
              <a:rPr lang="es-419" sz="1100" dirty="0" err="1">
                <a:solidFill>
                  <a:srgbClr val="FF0000"/>
                </a:solidFill>
              </a:rPr>
              <a:t>Esbuild</a:t>
            </a:r>
            <a:r>
              <a:rPr lang="es-419" sz="1100" dirty="0">
                <a:solidFill>
                  <a:srgbClr val="FF0000"/>
                </a:solidFill>
              </a:rPr>
              <a:t>)</a:t>
            </a:r>
            <a:endParaRPr lang="es-PE" sz="1100" dirty="0">
              <a:solidFill>
                <a:srgbClr val="FF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B30FEB-E229-03B8-2E19-29D4C94CF0D4}"/>
              </a:ext>
            </a:extLst>
          </p:cNvPr>
          <p:cNvSpPr/>
          <p:nvPr/>
        </p:nvSpPr>
        <p:spPr>
          <a:xfrm>
            <a:off x="608978" y="678601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931ABF-93CF-A061-012D-FC13CECB9AA1}"/>
              </a:ext>
            </a:extLst>
          </p:cNvPr>
          <p:cNvSpPr/>
          <p:nvPr/>
        </p:nvSpPr>
        <p:spPr>
          <a:xfrm>
            <a:off x="608978" y="2546673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B01E03-E03A-0F99-EEC3-523B8C8AC03E}"/>
              </a:ext>
            </a:extLst>
          </p:cNvPr>
          <p:cNvSpPr/>
          <p:nvPr/>
        </p:nvSpPr>
        <p:spPr>
          <a:xfrm>
            <a:off x="608978" y="4562917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6AC8AA-233D-4FCD-81DA-9E2C47FC5B7A}"/>
              </a:ext>
            </a:extLst>
          </p:cNvPr>
          <p:cNvSpPr/>
          <p:nvPr/>
        </p:nvSpPr>
        <p:spPr>
          <a:xfrm>
            <a:off x="1667757" y="822766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04EB4E-FE8A-F4D2-FE33-90F59F5E4108}"/>
              </a:ext>
            </a:extLst>
          </p:cNvPr>
          <p:cNvSpPr/>
          <p:nvPr/>
        </p:nvSpPr>
        <p:spPr>
          <a:xfrm>
            <a:off x="1667757" y="2694845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361164-2E53-6AEE-3B01-DEF57368DA94}"/>
              </a:ext>
            </a:extLst>
          </p:cNvPr>
          <p:cNvSpPr/>
          <p:nvPr/>
        </p:nvSpPr>
        <p:spPr>
          <a:xfrm>
            <a:off x="1667757" y="4696900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AD1970-5ECF-2CC4-E306-8C6B3D17882C}"/>
              </a:ext>
            </a:extLst>
          </p:cNvPr>
          <p:cNvSpPr txBox="1"/>
          <p:nvPr/>
        </p:nvSpPr>
        <p:spPr>
          <a:xfrm>
            <a:off x="608978" y="378784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EC2D1A-3DC9-6FE7-3281-7924E3DC6E2A}"/>
              </a:ext>
            </a:extLst>
          </p:cNvPr>
          <p:cNvSpPr txBox="1"/>
          <p:nvPr/>
        </p:nvSpPr>
        <p:spPr>
          <a:xfrm>
            <a:off x="607203" y="2293886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React</a:t>
            </a:r>
            <a:endParaRPr lang="es-PE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2FAA28-3777-9DA1-EC53-768214A5CBEC}"/>
              </a:ext>
            </a:extLst>
          </p:cNvPr>
          <p:cNvSpPr txBox="1"/>
          <p:nvPr/>
        </p:nvSpPr>
        <p:spPr>
          <a:xfrm>
            <a:off x="607203" y="428394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VUE</a:t>
            </a:r>
            <a:endParaRPr lang="es-PE" sz="11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F69786-224F-F0EE-0D28-E1E67F453EC9}"/>
              </a:ext>
            </a:extLst>
          </p:cNvPr>
          <p:cNvCxnSpPr>
            <a:stCxn id="26" idx="3"/>
            <a:endCxn id="8" idx="1"/>
          </p:cNvCxnSpPr>
          <p:nvPr/>
        </p:nvCxnSpPr>
        <p:spPr>
          <a:xfrm>
            <a:off x="2899791" y="1122281"/>
            <a:ext cx="4745256" cy="4735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67D870-CB8D-8A0B-8161-1D83844444B4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899791" y="2854516"/>
            <a:ext cx="4745256" cy="1398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A9DC9A9-8A49-40FE-7B0B-E75AD5E242B3}"/>
              </a:ext>
            </a:extLst>
          </p:cNvPr>
          <p:cNvCxnSpPr>
            <a:cxnSpLocks/>
            <a:stCxn id="28" idx="3"/>
            <a:endCxn id="10" idx="1"/>
          </p:cNvCxnSpPr>
          <p:nvPr/>
        </p:nvCxnSpPr>
        <p:spPr>
          <a:xfrm flipV="1">
            <a:off x="2899791" y="4078946"/>
            <a:ext cx="4745256" cy="91746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0483A31-5A83-33C5-DB4D-D3E11F1F916E}"/>
              </a:ext>
            </a:extLst>
          </p:cNvPr>
          <p:cNvSpPr txBox="1"/>
          <p:nvPr/>
        </p:nvSpPr>
        <p:spPr>
          <a:xfrm>
            <a:off x="7340293" y="111922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http://localhost:4200</a:t>
            </a:r>
            <a:endParaRPr lang="es-PE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5CB01F-27D4-6DCE-19A3-5FAC63BB88FF}"/>
              </a:ext>
            </a:extLst>
          </p:cNvPr>
          <p:cNvSpPr txBox="1"/>
          <p:nvPr/>
        </p:nvSpPr>
        <p:spPr>
          <a:xfrm>
            <a:off x="1418295" y="390180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http://localhost:4201</a:t>
            </a:r>
            <a:endParaRPr lang="es-PE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FEC245-8B43-D1C0-B798-45F4BD9E0EAA}"/>
              </a:ext>
            </a:extLst>
          </p:cNvPr>
          <p:cNvSpPr txBox="1"/>
          <p:nvPr/>
        </p:nvSpPr>
        <p:spPr>
          <a:xfrm>
            <a:off x="1418295" y="2293391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http://localhost:4202</a:t>
            </a:r>
            <a:endParaRPr lang="es-PE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AA8757-1480-FF1C-FB7E-1A9394EF5E51}"/>
              </a:ext>
            </a:extLst>
          </p:cNvPr>
          <p:cNvSpPr txBox="1"/>
          <p:nvPr/>
        </p:nvSpPr>
        <p:spPr>
          <a:xfrm>
            <a:off x="1418295" y="4284635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http://localhost:4203</a:t>
            </a:r>
            <a:endParaRPr lang="es-PE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B1EAB3-81AA-2EAC-98BE-042205A3CA19}"/>
              </a:ext>
            </a:extLst>
          </p:cNvPr>
          <p:cNvSpPr txBox="1"/>
          <p:nvPr/>
        </p:nvSpPr>
        <p:spPr>
          <a:xfrm>
            <a:off x="4344103" y="1026541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Build</a:t>
            </a:r>
            <a:r>
              <a:rPr lang="es-419" sz="1100" dirty="0"/>
              <a:t>: </a:t>
            </a:r>
            <a:r>
              <a:rPr lang="es-419" sz="1100" dirty="0" err="1"/>
              <a:t>Javascript</a:t>
            </a:r>
            <a:endParaRPr lang="es-PE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7FCF1D-395F-C6F4-49B6-24E0433F6782}"/>
              </a:ext>
            </a:extLst>
          </p:cNvPr>
          <p:cNvSpPr txBox="1"/>
          <p:nvPr/>
        </p:nvSpPr>
        <p:spPr>
          <a:xfrm>
            <a:off x="4344103" y="2643876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Build</a:t>
            </a:r>
            <a:r>
              <a:rPr lang="es-419" sz="1100" dirty="0"/>
              <a:t>: </a:t>
            </a:r>
            <a:r>
              <a:rPr lang="es-419" sz="1100" dirty="0" err="1"/>
              <a:t>Javascript</a:t>
            </a:r>
            <a:endParaRPr lang="es-PE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B2853F-81CC-9E73-2DEE-D73313D87B1F}"/>
              </a:ext>
            </a:extLst>
          </p:cNvPr>
          <p:cNvSpPr txBox="1"/>
          <p:nvPr/>
        </p:nvSpPr>
        <p:spPr>
          <a:xfrm>
            <a:off x="4344103" y="4336737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Build</a:t>
            </a:r>
            <a:r>
              <a:rPr lang="es-419" sz="1100" dirty="0"/>
              <a:t>: </a:t>
            </a:r>
            <a:r>
              <a:rPr lang="es-419" sz="1100" dirty="0" err="1"/>
              <a:t>Javascript</a:t>
            </a:r>
            <a:endParaRPr lang="es-PE" sz="1100" dirty="0"/>
          </a:p>
        </p:txBody>
      </p:sp>
      <p:sp>
        <p:nvSpPr>
          <p:cNvPr id="47" name="Cylinder 46">
            <a:extLst>
              <a:ext uri="{FF2B5EF4-FFF2-40B4-BE49-F238E27FC236}">
                <a16:creationId xmlns:a16="http://schemas.microsoft.com/office/drawing/2014/main" id="{757A6601-7160-603C-BFBE-814E657415B5}"/>
              </a:ext>
            </a:extLst>
          </p:cNvPr>
          <p:cNvSpPr/>
          <p:nvPr/>
        </p:nvSpPr>
        <p:spPr>
          <a:xfrm>
            <a:off x="11004350" y="2321507"/>
            <a:ext cx="250257" cy="1107493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B4FE2F11-2708-2907-9EBB-814235F063A3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9656727" y="1595857"/>
            <a:ext cx="1472752" cy="725650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160AB5E8-2B9D-D608-444F-FAF4306F0462}"/>
              </a:ext>
            </a:extLst>
          </p:cNvPr>
          <p:cNvCxnSpPr>
            <a:cxnSpLocks/>
            <a:stCxn id="10" idx="3"/>
            <a:endCxn id="47" idx="3"/>
          </p:cNvCxnSpPr>
          <p:nvPr/>
        </p:nvCxnSpPr>
        <p:spPr>
          <a:xfrm flipV="1">
            <a:off x="9656727" y="3429000"/>
            <a:ext cx="1472752" cy="64994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AA784AB-EE3F-F3B1-6C35-4D281C32CD9C}"/>
              </a:ext>
            </a:extLst>
          </p:cNvPr>
          <p:cNvSpPr txBox="1"/>
          <p:nvPr/>
        </p:nvSpPr>
        <p:spPr>
          <a:xfrm>
            <a:off x="10546168" y="2732750"/>
            <a:ext cx="4171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Bus</a:t>
            </a:r>
            <a:endParaRPr lang="es-PE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ECABA1-43B9-86E1-AE99-2184652CE140}"/>
              </a:ext>
            </a:extLst>
          </p:cNvPr>
          <p:cNvSpPr txBox="1"/>
          <p:nvPr/>
        </p:nvSpPr>
        <p:spPr>
          <a:xfrm>
            <a:off x="10268848" y="595654"/>
            <a:ext cx="9797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Security</a:t>
            </a:r>
          </a:p>
          <a:p>
            <a:r>
              <a:rPr lang="es-419" sz="1100" dirty="0" err="1"/>
              <a:t>LookAndFeel</a:t>
            </a:r>
            <a:endParaRPr lang="es-PE" sz="11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DF3A9CB-C2A5-85B5-7258-81C017647B49}"/>
              </a:ext>
            </a:extLst>
          </p:cNvPr>
          <p:cNvSpPr/>
          <p:nvPr/>
        </p:nvSpPr>
        <p:spPr>
          <a:xfrm>
            <a:off x="1667757" y="6081001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3BFA4B-4F8F-F84B-B6CF-C333537F98AF}"/>
              </a:ext>
            </a:extLst>
          </p:cNvPr>
          <p:cNvSpPr txBox="1"/>
          <p:nvPr/>
        </p:nvSpPr>
        <p:spPr>
          <a:xfrm>
            <a:off x="1572183" y="5848655"/>
            <a:ext cx="883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WebSocket</a:t>
            </a:r>
            <a:endParaRPr lang="es-PE" sz="1100" dirty="0"/>
          </a:p>
        </p:txBody>
      </p: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B2784A6C-D711-548C-575A-546EBE80DFEC}"/>
              </a:ext>
            </a:extLst>
          </p:cNvPr>
          <p:cNvCxnSpPr>
            <a:stCxn id="9" idx="2"/>
            <a:endCxn id="61" idx="3"/>
          </p:cNvCxnSpPr>
          <p:nvPr/>
        </p:nvCxnSpPr>
        <p:spPr>
          <a:xfrm rot="5400000">
            <a:off x="4249127" y="1978755"/>
            <a:ext cx="3052425" cy="575109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4D59D0E5-D0F9-E7D4-A6CD-BCF5A383FC22}"/>
              </a:ext>
            </a:extLst>
          </p:cNvPr>
          <p:cNvCxnSpPr>
            <a:cxnSpLocks/>
            <a:stCxn id="10" idx="2"/>
            <a:endCxn id="61" idx="3"/>
          </p:cNvCxnSpPr>
          <p:nvPr/>
        </p:nvCxnSpPr>
        <p:spPr>
          <a:xfrm rot="5400000">
            <a:off x="4861342" y="2590970"/>
            <a:ext cx="1827995" cy="5751096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963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DEBC-5B5D-F555-36B1-B3BC2C767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463B60-EEE0-A576-519F-03E3A4D8EBDE}"/>
              </a:ext>
            </a:extLst>
          </p:cNvPr>
          <p:cNvSpPr/>
          <p:nvPr/>
        </p:nvSpPr>
        <p:spPr>
          <a:xfrm>
            <a:off x="8027719" y="410635"/>
            <a:ext cx="3014083" cy="54795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BEF263-653A-A482-1D63-3F451CD4E416}"/>
              </a:ext>
            </a:extLst>
          </p:cNvPr>
          <p:cNvCxnSpPr>
            <a:cxnSpLocks/>
          </p:cNvCxnSpPr>
          <p:nvPr/>
        </p:nvCxnSpPr>
        <p:spPr>
          <a:xfrm>
            <a:off x="8027719" y="6295797"/>
            <a:ext cx="3014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A3033E3-024C-1F20-0211-4F8C59BF40D1}"/>
              </a:ext>
            </a:extLst>
          </p:cNvPr>
          <p:cNvSpPr/>
          <p:nvPr/>
        </p:nvSpPr>
        <p:spPr>
          <a:xfrm>
            <a:off x="8312727" y="748145"/>
            <a:ext cx="2446317" cy="47857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B5C254-65B2-8390-5827-46F92E4A3037}"/>
              </a:ext>
            </a:extLst>
          </p:cNvPr>
          <p:cNvSpPr/>
          <p:nvPr/>
        </p:nvSpPr>
        <p:spPr>
          <a:xfrm>
            <a:off x="8556860" y="1122281"/>
            <a:ext cx="2011680" cy="947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A816E8-5B41-DB96-2410-71C0D46E36DA}"/>
              </a:ext>
            </a:extLst>
          </p:cNvPr>
          <p:cNvSpPr/>
          <p:nvPr/>
        </p:nvSpPr>
        <p:spPr>
          <a:xfrm>
            <a:off x="8556860" y="2380940"/>
            <a:ext cx="2011680" cy="947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CDFAC1-F687-AAB4-42EF-CBDCFF49D3EE}"/>
              </a:ext>
            </a:extLst>
          </p:cNvPr>
          <p:cNvSpPr/>
          <p:nvPr/>
        </p:nvSpPr>
        <p:spPr>
          <a:xfrm>
            <a:off x="8556860" y="3605370"/>
            <a:ext cx="2011680" cy="947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A1F0D6-3E80-029A-11C0-E7250545A906}"/>
              </a:ext>
            </a:extLst>
          </p:cNvPr>
          <p:cNvSpPr txBox="1"/>
          <p:nvPr/>
        </p:nvSpPr>
        <p:spPr>
          <a:xfrm>
            <a:off x="8474283" y="890567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chemeClr val="bg1">
                    <a:lumMod val="75000"/>
                  </a:schemeClr>
                </a:solidFill>
              </a:rPr>
              <a:t>Angular</a:t>
            </a:r>
            <a:endParaRPr lang="es-PE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4E4CC-D8C7-5A10-BEA7-3E0FB8D6CE0A}"/>
              </a:ext>
            </a:extLst>
          </p:cNvPr>
          <p:cNvSpPr txBox="1"/>
          <p:nvPr/>
        </p:nvSpPr>
        <p:spPr>
          <a:xfrm>
            <a:off x="8474283" y="2116756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chemeClr val="bg1">
                    <a:lumMod val="75000"/>
                  </a:schemeClr>
                </a:solidFill>
              </a:rPr>
              <a:t>Angular</a:t>
            </a:r>
            <a:endParaRPr lang="es-PE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4E536A-A8D3-B20C-51AA-304E1AD48626}"/>
              </a:ext>
            </a:extLst>
          </p:cNvPr>
          <p:cNvSpPr txBox="1"/>
          <p:nvPr/>
        </p:nvSpPr>
        <p:spPr>
          <a:xfrm>
            <a:off x="8474283" y="3414101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chemeClr val="bg1">
                    <a:lumMod val="75000"/>
                  </a:schemeClr>
                </a:solidFill>
              </a:rPr>
              <a:t>Angular</a:t>
            </a:r>
            <a:endParaRPr lang="es-PE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D80279D-6364-12CD-A4C9-982A73BC141B}"/>
              </a:ext>
            </a:extLst>
          </p:cNvPr>
          <p:cNvCxnSpPr>
            <a:stCxn id="8" idx="1"/>
            <a:endCxn id="9" idx="1"/>
          </p:cNvCxnSpPr>
          <p:nvPr/>
        </p:nvCxnSpPr>
        <p:spPr>
          <a:xfrm rot="10800000" flipV="1">
            <a:off x="8556860" y="1595856"/>
            <a:ext cx="12700" cy="1258659"/>
          </a:xfrm>
          <a:prstGeom prst="curvedConnector3">
            <a:avLst>
              <a:gd name="adj1" fmla="val 3846315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BD2DD1AB-6AC2-D881-0F74-2AC9608C8AA2}"/>
              </a:ext>
            </a:extLst>
          </p:cNvPr>
          <p:cNvCxnSpPr>
            <a:cxnSpLocks/>
            <a:stCxn id="10" idx="1"/>
            <a:endCxn id="9" idx="1"/>
          </p:cNvCxnSpPr>
          <p:nvPr/>
        </p:nvCxnSpPr>
        <p:spPr>
          <a:xfrm rot="10800000">
            <a:off x="8556860" y="2854516"/>
            <a:ext cx="12700" cy="1224430"/>
          </a:xfrm>
          <a:prstGeom prst="curvedConnector3">
            <a:avLst>
              <a:gd name="adj1" fmla="val 346737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7561A6-D1C3-F1D1-1EE5-1A97FD24327F}"/>
              </a:ext>
            </a:extLst>
          </p:cNvPr>
          <p:cNvSpPr txBox="1"/>
          <p:nvPr/>
        </p:nvSpPr>
        <p:spPr>
          <a:xfrm>
            <a:off x="8252106" y="514171"/>
            <a:ext cx="1646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rgbClr val="FF0000"/>
                </a:solidFill>
              </a:rPr>
              <a:t>Shell (Angular – </a:t>
            </a:r>
            <a:r>
              <a:rPr lang="es-419" sz="1100" dirty="0" err="1">
                <a:solidFill>
                  <a:srgbClr val="FF0000"/>
                </a:solidFill>
              </a:rPr>
              <a:t>Esbuild</a:t>
            </a:r>
            <a:r>
              <a:rPr lang="es-419" sz="1100" dirty="0">
                <a:solidFill>
                  <a:srgbClr val="FF0000"/>
                </a:solidFill>
              </a:rPr>
              <a:t>)</a:t>
            </a:r>
            <a:endParaRPr lang="es-PE" sz="1100" dirty="0">
              <a:solidFill>
                <a:srgbClr val="FF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960D37-53D3-DD77-7165-ECEB0EB30970}"/>
              </a:ext>
            </a:extLst>
          </p:cNvPr>
          <p:cNvSpPr/>
          <p:nvPr/>
        </p:nvSpPr>
        <p:spPr>
          <a:xfrm>
            <a:off x="1520791" y="678601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4B0471-43FA-4BB8-E563-CEAF9184B983}"/>
              </a:ext>
            </a:extLst>
          </p:cNvPr>
          <p:cNvSpPr/>
          <p:nvPr/>
        </p:nvSpPr>
        <p:spPr>
          <a:xfrm>
            <a:off x="1520791" y="2546673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380A5F-7CA2-1756-7102-B484A6DE7967}"/>
              </a:ext>
            </a:extLst>
          </p:cNvPr>
          <p:cNvSpPr/>
          <p:nvPr/>
        </p:nvSpPr>
        <p:spPr>
          <a:xfrm>
            <a:off x="1520791" y="4562917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72E425-65AF-9FE8-C81C-ECF62A0434D8}"/>
              </a:ext>
            </a:extLst>
          </p:cNvPr>
          <p:cNvSpPr/>
          <p:nvPr/>
        </p:nvSpPr>
        <p:spPr>
          <a:xfrm>
            <a:off x="2579570" y="822766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8581D4-2330-B4CD-609B-DB5DB6D5094B}"/>
              </a:ext>
            </a:extLst>
          </p:cNvPr>
          <p:cNvSpPr/>
          <p:nvPr/>
        </p:nvSpPr>
        <p:spPr>
          <a:xfrm>
            <a:off x="2579570" y="2694845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BBC0C4-425C-8680-9665-FF1C940DDDC1}"/>
              </a:ext>
            </a:extLst>
          </p:cNvPr>
          <p:cNvSpPr/>
          <p:nvPr/>
        </p:nvSpPr>
        <p:spPr>
          <a:xfrm>
            <a:off x="2579570" y="4696900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F53424-3C43-CA23-5C01-98EDC631AFD5}"/>
              </a:ext>
            </a:extLst>
          </p:cNvPr>
          <p:cNvSpPr txBox="1"/>
          <p:nvPr/>
        </p:nvSpPr>
        <p:spPr>
          <a:xfrm>
            <a:off x="1520791" y="378784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E42174-91F0-32BF-6006-6A0D9E11B28E}"/>
              </a:ext>
            </a:extLst>
          </p:cNvPr>
          <p:cNvSpPr txBox="1"/>
          <p:nvPr/>
        </p:nvSpPr>
        <p:spPr>
          <a:xfrm>
            <a:off x="1519016" y="2293886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BC6F1F-368F-44FA-A9AC-DEE262902199}"/>
              </a:ext>
            </a:extLst>
          </p:cNvPr>
          <p:cNvSpPr txBox="1"/>
          <p:nvPr/>
        </p:nvSpPr>
        <p:spPr>
          <a:xfrm>
            <a:off x="1519016" y="4283940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6DB2B54-E6DE-AB47-60D2-1F8298CE1F8C}"/>
              </a:ext>
            </a:extLst>
          </p:cNvPr>
          <p:cNvCxnSpPr>
            <a:stCxn id="26" idx="3"/>
            <a:endCxn id="8" idx="1"/>
          </p:cNvCxnSpPr>
          <p:nvPr/>
        </p:nvCxnSpPr>
        <p:spPr>
          <a:xfrm>
            <a:off x="3811604" y="1122281"/>
            <a:ext cx="4745256" cy="4735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B8AD4C4-A508-F179-75EA-BE61ACB681B5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3811604" y="2854516"/>
            <a:ext cx="4745256" cy="1398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0CEB8C0-1682-858A-8447-0933754114A3}"/>
              </a:ext>
            </a:extLst>
          </p:cNvPr>
          <p:cNvCxnSpPr>
            <a:cxnSpLocks/>
            <a:stCxn id="28" idx="3"/>
            <a:endCxn id="10" idx="1"/>
          </p:cNvCxnSpPr>
          <p:nvPr/>
        </p:nvCxnSpPr>
        <p:spPr>
          <a:xfrm flipV="1">
            <a:off x="3811604" y="4078946"/>
            <a:ext cx="4745256" cy="91746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326F5F3-FFE2-CA22-6785-95A2F5836642}"/>
              </a:ext>
            </a:extLst>
          </p:cNvPr>
          <p:cNvSpPr txBox="1"/>
          <p:nvPr/>
        </p:nvSpPr>
        <p:spPr>
          <a:xfrm>
            <a:off x="8252106" y="111922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http://localhost:4200</a:t>
            </a:r>
            <a:endParaRPr lang="es-PE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738886-AEEE-313F-79AF-0E2F0E6E32CA}"/>
              </a:ext>
            </a:extLst>
          </p:cNvPr>
          <p:cNvSpPr txBox="1"/>
          <p:nvPr/>
        </p:nvSpPr>
        <p:spPr>
          <a:xfrm>
            <a:off x="2330108" y="390180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http://localhost:4201</a:t>
            </a:r>
            <a:endParaRPr lang="es-PE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736964-A693-2FD7-5E1D-6FFE4C7E811E}"/>
              </a:ext>
            </a:extLst>
          </p:cNvPr>
          <p:cNvSpPr txBox="1"/>
          <p:nvPr/>
        </p:nvSpPr>
        <p:spPr>
          <a:xfrm>
            <a:off x="2330108" y="2293391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http://localhost:4202</a:t>
            </a:r>
            <a:endParaRPr lang="es-PE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6D8079-28D6-6A32-6B59-94C37135788E}"/>
              </a:ext>
            </a:extLst>
          </p:cNvPr>
          <p:cNvSpPr txBox="1"/>
          <p:nvPr/>
        </p:nvSpPr>
        <p:spPr>
          <a:xfrm>
            <a:off x="2330108" y="4284635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http://localhost:4203</a:t>
            </a:r>
            <a:endParaRPr lang="es-PE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578402-6C8E-76BC-7ECB-785FEB52DDDD}"/>
              </a:ext>
            </a:extLst>
          </p:cNvPr>
          <p:cNvSpPr txBox="1"/>
          <p:nvPr/>
        </p:nvSpPr>
        <p:spPr>
          <a:xfrm>
            <a:off x="5255916" y="1026541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Build</a:t>
            </a:r>
            <a:r>
              <a:rPr lang="es-419" sz="1100" dirty="0"/>
              <a:t>: </a:t>
            </a:r>
            <a:r>
              <a:rPr lang="es-419" sz="1100" dirty="0" err="1"/>
              <a:t>Javascript</a:t>
            </a:r>
            <a:endParaRPr lang="es-PE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6C64C8-E1AE-11A4-E257-82FD1EEEDBC2}"/>
              </a:ext>
            </a:extLst>
          </p:cNvPr>
          <p:cNvSpPr txBox="1"/>
          <p:nvPr/>
        </p:nvSpPr>
        <p:spPr>
          <a:xfrm>
            <a:off x="5255916" y="2643876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Build</a:t>
            </a:r>
            <a:r>
              <a:rPr lang="es-419" sz="1100" dirty="0"/>
              <a:t>: </a:t>
            </a:r>
            <a:r>
              <a:rPr lang="es-419" sz="1100" dirty="0" err="1"/>
              <a:t>Javascript</a:t>
            </a:r>
            <a:endParaRPr lang="es-PE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2D1D64-CD7B-E745-4E8A-11174129950B}"/>
              </a:ext>
            </a:extLst>
          </p:cNvPr>
          <p:cNvSpPr txBox="1"/>
          <p:nvPr/>
        </p:nvSpPr>
        <p:spPr>
          <a:xfrm>
            <a:off x="5255916" y="4336737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Build</a:t>
            </a:r>
            <a:r>
              <a:rPr lang="es-419" sz="1100" dirty="0"/>
              <a:t>: </a:t>
            </a:r>
            <a:r>
              <a:rPr lang="es-419" sz="1100" dirty="0" err="1"/>
              <a:t>Javascript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3534909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1BE5-EA36-5A86-0BF9-0025E392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799E36-5C02-B552-91B1-430FC7DD8821}"/>
              </a:ext>
            </a:extLst>
          </p:cNvPr>
          <p:cNvSpPr/>
          <p:nvPr/>
        </p:nvSpPr>
        <p:spPr>
          <a:xfrm>
            <a:off x="8027719" y="410635"/>
            <a:ext cx="3014083" cy="547952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FC940D-4771-2360-581D-FCB5A12E07A7}"/>
              </a:ext>
            </a:extLst>
          </p:cNvPr>
          <p:cNvCxnSpPr>
            <a:cxnSpLocks/>
          </p:cNvCxnSpPr>
          <p:nvPr/>
        </p:nvCxnSpPr>
        <p:spPr>
          <a:xfrm>
            <a:off x="8027719" y="6295797"/>
            <a:ext cx="3014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346A3D8-EC34-80BC-86CB-83A3C54315A4}"/>
              </a:ext>
            </a:extLst>
          </p:cNvPr>
          <p:cNvSpPr/>
          <p:nvPr/>
        </p:nvSpPr>
        <p:spPr>
          <a:xfrm>
            <a:off x="8312727" y="748145"/>
            <a:ext cx="2446317" cy="47857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15271B-8EDD-5D0D-5679-3C8AFDE5EE36}"/>
              </a:ext>
            </a:extLst>
          </p:cNvPr>
          <p:cNvSpPr/>
          <p:nvPr/>
        </p:nvSpPr>
        <p:spPr>
          <a:xfrm>
            <a:off x="8556860" y="1122281"/>
            <a:ext cx="2011680" cy="40946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6DFDC8-014E-8362-551F-331C7C51A08A}"/>
              </a:ext>
            </a:extLst>
          </p:cNvPr>
          <p:cNvSpPr txBox="1"/>
          <p:nvPr/>
        </p:nvSpPr>
        <p:spPr>
          <a:xfrm>
            <a:off x="8474283" y="890567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chemeClr val="bg1">
                    <a:lumMod val="75000"/>
                  </a:schemeClr>
                </a:solidFill>
              </a:rPr>
              <a:t>Angular</a:t>
            </a:r>
            <a:endParaRPr lang="es-PE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BF9C76-1116-B583-DD5F-4FC1CB299F7A}"/>
              </a:ext>
            </a:extLst>
          </p:cNvPr>
          <p:cNvSpPr txBox="1"/>
          <p:nvPr/>
        </p:nvSpPr>
        <p:spPr>
          <a:xfrm>
            <a:off x="8252106" y="514171"/>
            <a:ext cx="1646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>
                <a:solidFill>
                  <a:srgbClr val="FF0000"/>
                </a:solidFill>
              </a:rPr>
              <a:t>Shell (Angular – </a:t>
            </a:r>
            <a:r>
              <a:rPr lang="es-419" sz="1100" dirty="0" err="1">
                <a:solidFill>
                  <a:srgbClr val="FF0000"/>
                </a:solidFill>
              </a:rPr>
              <a:t>Esbuild</a:t>
            </a:r>
            <a:r>
              <a:rPr lang="es-419" sz="1100" dirty="0">
                <a:solidFill>
                  <a:srgbClr val="FF0000"/>
                </a:solidFill>
              </a:rPr>
              <a:t>)</a:t>
            </a:r>
            <a:endParaRPr lang="es-PE" sz="1100" dirty="0">
              <a:solidFill>
                <a:srgbClr val="FF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D417D4-CF5D-E853-E802-C979F635DA1B}"/>
              </a:ext>
            </a:extLst>
          </p:cNvPr>
          <p:cNvSpPr/>
          <p:nvPr/>
        </p:nvSpPr>
        <p:spPr>
          <a:xfrm>
            <a:off x="1520791" y="678601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98B923-9AA4-D8F9-DF33-5322CD026846}"/>
              </a:ext>
            </a:extLst>
          </p:cNvPr>
          <p:cNvSpPr/>
          <p:nvPr/>
        </p:nvSpPr>
        <p:spPr>
          <a:xfrm>
            <a:off x="1520791" y="2546673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54FA2A-0DFB-05FA-9842-8A95143300F3}"/>
              </a:ext>
            </a:extLst>
          </p:cNvPr>
          <p:cNvSpPr/>
          <p:nvPr/>
        </p:nvSpPr>
        <p:spPr>
          <a:xfrm>
            <a:off x="1520791" y="4562917"/>
            <a:ext cx="2444819" cy="1188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D83768-FCF8-2DDE-9E14-32BE5C259198}"/>
              </a:ext>
            </a:extLst>
          </p:cNvPr>
          <p:cNvSpPr/>
          <p:nvPr/>
        </p:nvSpPr>
        <p:spPr>
          <a:xfrm>
            <a:off x="2579570" y="822766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46EB89-36F0-D141-FC55-485A30D63DB5}"/>
              </a:ext>
            </a:extLst>
          </p:cNvPr>
          <p:cNvSpPr/>
          <p:nvPr/>
        </p:nvSpPr>
        <p:spPr>
          <a:xfrm>
            <a:off x="2579570" y="2694845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03C8D9-4DFE-F13A-D0C1-C529489DB875}"/>
              </a:ext>
            </a:extLst>
          </p:cNvPr>
          <p:cNvSpPr/>
          <p:nvPr/>
        </p:nvSpPr>
        <p:spPr>
          <a:xfrm>
            <a:off x="2579570" y="4696900"/>
            <a:ext cx="1232034" cy="5990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F81BB2-A6BC-29E8-715B-AD2F5F965237}"/>
              </a:ext>
            </a:extLst>
          </p:cNvPr>
          <p:cNvSpPr txBox="1"/>
          <p:nvPr/>
        </p:nvSpPr>
        <p:spPr>
          <a:xfrm>
            <a:off x="1520791" y="378784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4242CA-C41F-C3A6-AE27-5FD435EABB9C}"/>
              </a:ext>
            </a:extLst>
          </p:cNvPr>
          <p:cNvSpPr txBox="1"/>
          <p:nvPr/>
        </p:nvSpPr>
        <p:spPr>
          <a:xfrm>
            <a:off x="1519016" y="2293886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A98911-5699-BD03-A932-05E6286FCBF7}"/>
              </a:ext>
            </a:extLst>
          </p:cNvPr>
          <p:cNvSpPr txBox="1"/>
          <p:nvPr/>
        </p:nvSpPr>
        <p:spPr>
          <a:xfrm>
            <a:off x="1519016" y="4283940"/>
            <a:ext cx="652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Angular</a:t>
            </a:r>
            <a:endParaRPr lang="es-PE" sz="11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D442CC-6568-D81D-E30B-092BBA5B6989}"/>
              </a:ext>
            </a:extLst>
          </p:cNvPr>
          <p:cNvCxnSpPr>
            <a:cxnSpLocks/>
            <a:stCxn id="26" idx="3"/>
            <a:endCxn id="8" idx="1"/>
          </p:cNvCxnSpPr>
          <p:nvPr/>
        </p:nvCxnSpPr>
        <p:spPr>
          <a:xfrm>
            <a:off x="3811604" y="1122281"/>
            <a:ext cx="4745256" cy="2047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8372722-6CFF-1002-0F5F-C05DC50AA601}"/>
              </a:ext>
            </a:extLst>
          </p:cNvPr>
          <p:cNvSpPr txBox="1"/>
          <p:nvPr/>
        </p:nvSpPr>
        <p:spPr>
          <a:xfrm>
            <a:off x="8252106" y="111922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http://localhost:4200</a:t>
            </a:r>
            <a:endParaRPr lang="es-PE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09F913-CC6C-1A8F-5C55-20B0F914A881}"/>
              </a:ext>
            </a:extLst>
          </p:cNvPr>
          <p:cNvSpPr txBox="1"/>
          <p:nvPr/>
        </p:nvSpPr>
        <p:spPr>
          <a:xfrm>
            <a:off x="2330108" y="390180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http://localhost:4201</a:t>
            </a:r>
            <a:endParaRPr lang="es-PE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90B84C-E486-6211-9C5F-556894B8AF05}"/>
              </a:ext>
            </a:extLst>
          </p:cNvPr>
          <p:cNvSpPr txBox="1"/>
          <p:nvPr/>
        </p:nvSpPr>
        <p:spPr>
          <a:xfrm>
            <a:off x="2330108" y="2293391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http://localhost:4202</a:t>
            </a:r>
            <a:endParaRPr lang="es-PE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B35D39-60C2-7A51-C0B1-965C39CA98F8}"/>
              </a:ext>
            </a:extLst>
          </p:cNvPr>
          <p:cNvSpPr txBox="1"/>
          <p:nvPr/>
        </p:nvSpPr>
        <p:spPr>
          <a:xfrm>
            <a:off x="2330108" y="4284635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http://localhost:4203</a:t>
            </a:r>
            <a:endParaRPr lang="es-PE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44DED1-E356-E854-66B0-1A993158275A}"/>
              </a:ext>
            </a:extLst>
          </p:cNvPr>
          <p:cNvSpPr txBox="1"/>
          <p:nvPr/>
        </p:nvSpPr>
        <p:spPr>
          <a:xfrm>
            <a:off x="5255916" y="1026541"/>
            <a:ext cx="1173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Build</a:t>
            </a:r>
            <a:r>
              <a:rPr lang="es-419" sz="1100" dirty="0"/>
              <a:t>: </a:t>
            </a:r>
            <a:r>
              <a:rPr lang="es-419" sz="1100" dirty="0" err="1"/>
              <a:t>Javascript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40455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74702E-EF7B-86ED-11CD-256CFEF3512D}"/>
              </a:ext>
            </a:extLst>
          </p:cNvPr>
          <p:cNvSpPr/>
          <p:nvPr/>
        </p:nvSpPr>
        <p:spPr>
          <a:xfrm>
            <a:off x="1174282" y="664612"/>
            <a:ext cx="2772075" cy="552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FA5E-E751-2390-23F2-A9E7A61CBDCE}"/>
              </a:ext>
            </a:extLst>
          </p:cNvPr>
          <p:cNvSpPr/>
          <p:nvPr/>
        </p:nvSpPr>
        <p:spPr>
          <a:xfrm>
            <a:off x="1429350" y="1049623"/>
            <a:ext cx="2261937" cy="8605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456BD-AA0D-FD1F-2CCB-A0CD8D6916D1}"/>
              </a:ext>
            </a:extLst>
          </p:cNvPr>
          <p:cNvSpPr txBox="1"/>
          <p:nvPr/>
        </p:nvSpPr>
        <p:spPr>
          <a:xfrm>
            <a:off x="1374807" y="788013"/>
            <a:ext cx="9829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Components</a:t>
            </a:r>
            <a:endParaRPr lang="es-PE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A1F130-C6F4-80DF-583B-DDCCB87CC047}"/>
              </a:ext>
            </a:extLst>
          </p:cNvPr>
          <p:cNvSpPr/>
          <p:nvPr/>
        </p:nvSpPr>
        <p:spPr>
          <a:xfrm>
            <a:off x="1429350" y="2295157"/>
            <a:ext cx="2261937" cy="8605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6797E-2C97-EF55-FC50-DD8483034F14}"/>
              </a:ext>
            </a:extLst>
          </p:cNvPr>
          <p:cNvSpPr txBox="1"/>
          <p:nvPr/>
        </p:nvSpPr>
        <p:spPr>
          <a:xfrm>
            <a:off x="1374807" y="2033547"/>
            <a:ext cx="699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Servcies</a:t>
            </a:r>
            <a:endParaRPr lang="es-PE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911923-3A4E-9DC4-B24C-AA10A5C4F800}"/>
              </a:ext>
            </a:extLst>
          </p:cNvPr>
          <p:cNvSpPr/>
          <p:nvPr/>
        </p:nvSpPr>
        <p:spPr>
          <a:xfrm>
            <a:off x="1429350" y="3541485"/>
            <a:ext cx="2261937" cy="8605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147F9-24EA-7F8B-F8C9-C23632D48BBE}"/>
              </a:ext>
            </a:extLst>
          </p:cNvPr>
          <p:cNvSpPr txBox="1"/>
          <p:nvPr/>
        </p:nvSpPr>
        <p:spPr>
          <a:xfrm>
            <a:off x="1374807" y="3279875"/>
            <a:ext cx="6335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Models</a:t>
            </a:r>
            <a:endParaRPr lang="es-PE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7B17D9-B56B-A8E5-8108-F4A8D0CBF7C8}"/>
              </a:ext>
            </a:extLst>
          </p:cNvPr>
          <p:cNvSpPr/>
          <p:nvPr/>
        </p:nvSpPr>
        <p:spPr>
          <a:xfrm>
            <a:off x="1429350" y="4796794"/>
            <a:ext cx="2261937" cy="8605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93579-3F8E-DDD3-FF48-C1A777182AB6}"/>
              </a:ext>
            </a:extLst>
          </p:cNvPr>
          <p:cNvSpPr txBox="1"/>
          <p:nvPr/>
        </p:nvSpPr>
        <p:spPr>
          <a:xfrm>
            <a:off x="1374807" y="4535184"/>
            <a:ext cx="4940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API’s</a:t>
            </a:r>
            <a:endParaRPr lang="es-PE" sz="11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9590746-4A17-4094-ACBE-80F7AC02652F}"/>
              </a:ext>
            </a:extLst>
          </p:cNvPr>
          <p:cNvGrpSpPr/>
          <p:nvPr/>
        </p:nvGrpSpPr>
        <p:grpSpPr>
          <a:xfrm>
            <a:off x="5582654" y="1099199"/>
            <a:ext cx="1061488" cy="2117089"/>
            <a:chOff x="5582654" y="664612"/>
            <a:chExt cx="1061488" cy="211708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4D51E2-366D-6972-BAD6-7433C1044730}"/>
                </a:ext>
              </a:extLst>
            </p:cNvPr>
            <p:cNvSpPr/>
            <p:nvPr/>
          </p:nvSpPr>
          <p:spPr>
            <a:xfrm>
              <a:off x="5582654" y="664612"/>
              <a:ext cx="1061488" cy="21170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6E45CBA-8B30-2027-8E84-1B6AFB041C01}"/>
                </a:ext>
              </a:extLst>
            </p:cNvPr>
            <p:cNvSpPr/>
            <p:nvPr/>
          </p:nvSpPr>
          <p:spPr>
            <a:xfrm>
              <a:off x="5680325" y="889041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FF209B-067C-C387-26AF-6594A0BD1ABE}"/>
                </a:ext>
              </a:extLst>
            </p:cNvPr>
            <p:cNvSpPr txBox="1"/>
            <p:nvPr/>
          </p:nvSpPr>
          <p:spPr>
            <a:xfrm>
              <a:off x="5659439" y="711865"/>
              <a:ext cx="69281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Components</a:t>
              </a:r>
              <a:endParaRPr lang="es-PE" sz="7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5470AA4-007B-8A8E-D552-5D0CEAFDE981}"/>
                </a:ext>
              </a:extLst>
            </p:cNvPr>
            <p:cNvSpPr/>
            <p:nvPr/>
          </p:nvSpPr>
          <p:spPr>
            <a:xfrm>
              <a:off x="5680325" y="1365983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90AFA4-08E3-9205-6988-932DBD568449}"/>
                </a:ext>
              </a:extLst>
            </p:cNvPr>
            <p:cNvSpPr txBox="1"/>
            <p:nvPr/>
          </p:nvSpPr>
          <p:spPr>
            <a:xfrm>
              <a:off x="5659439" y="1188807"/>
              <a:ext cx="51328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Servcies</a:t>
              </a:r>
              <a:endParaRPr lang="es-PE" sz="7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0633A20-2653-DE7C-1BE9-79DAAF1A8E78}"/>
                </a:ext>
              </a:extLst>
            </p:cNvPr>
            <p:cNvSpPr/>
            <p:nvPr/>
          </p:nvSpPr>
          <p:spPr>
            <a:xfrm>
              <a:off x="5680325" y="1843230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6F8906B-1C6D-7A9C-B255-35E4A0E7F7F4}"/>
                </a:ext>
              </a:extLst>
            </p:cNvPr>
            <p:cNvSpPr txBox="1"/>
            <p:nvPr/>
          </p:nvSpPr>
          <p:spPr>
            <a:xfrm>
              <a:off x="5659439" y="1666053"/>
              <a:ext cx="4700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Models</a:t>
              </a:r>
              <a:endParaRPr lang="es-PE" sz="7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741573-C88D-D086-AA7B-A077959C0950}"/>
                </a:ext>
              </a:extLst>
            </p:cNvPr>
            <p:cNvSpPr/>
            <p:nvPr/>
          </p:nvSpPr>
          <p:spPr>
            <a:xfrm>
              <a:off x="5680325" y="2323915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EA1582-F4BB-A6B3-50EA-D36A84D60019}"/>
                </a:ext>
              </a:extLst>
            </p:cNvPr>
            <p:cNvSpPr txBox="1"/>
            <p:nvPr/>
          </p:nvSpPr>
          <p:spPr>
            <a:xfrm>
              <a:off x="5659439" y="2146739"/>
              <a:ext cx="38023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API’s</a:t>
              </a:r>
              <a:endParaRPr lang="es-PE" sz="7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5A816E6-2AD7-D9E9-FF20-BA59BC5A427A}"/>
              </a:ext>
            </a:extLst>
          </p:cNvPr>
          <p:cNvGrpSpPr/>
          <p:nvPr/>
        </p:nvGrpSpPr>
        <p:grpSpPr>
          <a:xfrm>
            <a:off x="5582654" y="3476639"/>
            <a:ext cx="1061488" cy="2117089"/>
            <a:chOff x="5582654" y="664612"/>
            <a:chExt cx="1061488" cy="211708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4F737F-4E86-0739-5D85-E8B5561DE902}"/>
                </a:ext>
              </a:extLst>
            </p:cNvPr>
            <p:cNvSpPr/>
            <p:nvPr/>
          </p:nvSpPr>
          <p:spPr>
            <a:xfrm>
              <a:off x="5582654" y="664612"/>
              <a:ext cx="1061488" cy="21170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9750D0-CB89-DC37-B0F8-E3DBF10E94FB}"/>
                </a:ext>
              </a:extLst>
            </p:cNvPr>
            <p:cNvSpPr/>
            <p:nvPr/>
          </p:nvSpPr>
          <p:spPr>
            <a:xfrm>
              <a:off x="5680325" y="889041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7C3053F-2389-817A-4F9E-A50D71D28D55}"/>
                </a:ext>
              </a:extLst>
            </p:cNvPr>
            <p:cNvSpPr txBox="1"/>
            <p:nvPr/>
          </p:nvSpPr>
          <p:spPr>
            <a:xfrm>
              <a:off x="5659439" y="711865"/>
              <a:ext cx="69281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Components</a:t>
              </a:r>
              <a:endParaRPr lang="es-PE" sz="7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BFB38D7-4977-5CEE-A96D-C9D4A714DBEC}"/>
                </a:ext>
              </a:extLst>
            </p:cNvPr>
            <p:cNvSpPr/>
            <p:nvPr/>
          </p:nvSpPr>
          <p:spPr>
            <a:xfrm>
              <a:off x="5680325" y="1365983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F0CB13-187A-E88A-39A2-74E6082B120B}"/>
                </a:ext>
              </a:extLst>
            </p:cNvPr>
            <p:cNvSpPr txBox="1"/>
            <p:nvPr/>
          </p:nvSpPr>
          <p:spPr>
            <a:xfrm>
              <a:off x="5659439" y="1188807"/>
              <a:ext cx="51328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Servcies</a:t>
              </a:r>
              <a:endParaRPr lang="es-PE" sz="7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18738B0-79E5-AA4E-A330-E69F30B78F68}"/>
                </a:ext>
              </a:extLst>
            </p:cNvPr>
            <p:cNvSpPr/>
            <p:nvPr/>
          </p:nvSpPr>
          <p:spPr>
            <a:xfrm>
              <a:off x="5680325" y="1843230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991843-868B-9C1B-039A-421FF1464984}"/>
                </a:ext>
              </a:extLst>
            </p:cNvPr>
            <p:cNvSpPr txBox="1"/>
            <p:nvPr/>
          </p:nvSpPr>
          <p:spPr>
            <a:xfrm>
              <a:off x="5659439" y="1666053"/>
              <a:ext cx="4700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Models</a:t>
              </a:r>
              <a:endParaRPr lang="es-PE" sz="7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8067361-E1A9-FE8A-A70A-F6D9A01A667D}"/>
                </a:ext>
              </a:extLst>
            </p:cNvPr>
            <p:cNvSpPr/>
            <p:nvPr/>
          </p:nvSpPr>
          <p:spPr>
            <a:xfrm>
              <a:off x="5680325" y="2323915"/>
              <a:ext cx="866145" cy="3295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54F28C2-DC04-284C-BCF0-AA4F0A9348E2}"/>
                </a:ext>
              </a:extLst>
            </p:cNvPr>
            <p:cNvSpPr txBox="1"/>
            <p:nvPr/>
          </p:nvSpPr>
          <p:spPr>
            <a:xfrm>
              <a:off x="5659439" y="2146739"/>
              <a:ext cx="38023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419" sz="700" dirty="0" err="1"/>
                <a:t>API’s</a:t>
              </a:r>
              <a:endParaRPr lang="es-PE" sz="700" dirty="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FA6CE75-5C1D-10BF-6D7D-D37595E9412F}"/>
              </a:ext>
            </a:extLst>
          </p:cNvPr>
          <p:cNvSpPr/>
          <p:nvPr/>
        </p:nvSpPr>
        <p:spPr>
          <a:xfrm>
            <a:off x="4966220" y="664612"/>
            <a:ext cx="2079474" cy="552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9957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4D4CCA-2750-F9A5-DB02-FDC3EFB3E938}"/>
              </a:ext>
            </a:extLst>
          </p:cNvPr>
          <p:cNvSpPr/>
          <p:nvPr/>
        </p:nvSpPr>
        <p:spPr>
          <a:xfrm>
            <a:off x="1029903" y="576938"/>
            <a:ext cx="2897203" cy="35821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FC272-A0DF-4370-F111-3E6CD5FC37F0}"/>
              </a:ext>
            </a:extLst>
          </p:cNvPr>
          <p:cNvSpPr/>
          <p:nvPr/>
        </p:nvSpPr>
        <p:spPr>
          <a:xfrm>
            <a:off x="1321892" y="865509"/>
            <a:ext cx="623992" cy="11738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B33E93-C69C-E469-A4FC-F986A357776C}"/>
              </a:ext>
            </a:extLst>
          </p:cNvPr>
          <p:cNvSpPr/>
          <p:nvPr/>
        </p:nvSpPr>
        <p:spPr>
          <a:xfrm>
            <a:off x="3036811" y="851693"/>
            <a:ext cx="623992" cy="11738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8DA38A-92C8-2AC2-6232-0799A03FF03E}"/>
              </a:ext>
            </a:extLst>
          </p:cNvPr>
          <p:cNvSpPr/>
          <p:nvPr/>
        </p:nvSpPr>
        <p:spPr>
          <a:xfrm>
            <a:off x="2179350" y="851693"/>
            <a:ext cx="623992" cy="11738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42768-1DA6-D654-4088-C2000DF0EC0B}"/>
              </a:ext>
            </a:extLst>
          </p:cNvPr>
          <p:cNvSpPr/>
          <p:nvPr/>
        </p:nvSpPr>
        <p:spPr>
          <a:xfrm>
            <a:off x="1321892" y="2346216"/>
            <a:ext cx="2338910" cy="15638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412251-4D81-98BB-20B4-90AA02061853}"/>
              </a:ext>
            </a:extLst>
          </p:cNvPr>
          <p:cNvSpPr txBox="1"/>
          <p:nvPr/>
        </p:nvSpPr>
        <p:spPr>
          <a:xfrm>
            <a:off x="962923" y="270078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HTML (View)</a:t>
            </a:r>
            <a:endParaRPr lang="es-PE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7C7688-1DDF-511D-7D67-D28D92E82532}"/>
              </a:ext>
            </a:extLst>
          </p:cNvPr>
          <p:cNvSpPr/>
          <p:nvPr/>
        </p:nvSpPr>
        <p:spPr>
          <a:xfrm>
            <a:off x="5375749" y="531687"/>
            <a:ext cx="2555467" cy="14938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4CB5F-EB23-7C1C-3A31-75A5ED0F9CA1}"/>
              </a:ext>
            </a:extLst>
          </p:cNvPr>
          <p:cNvSpPr txBox="1"/>
          <p:nvPr/>
        </p:nvSpPr>
        <p:spPr>
          <a:xfrm>
            <a:off x="5375749" y="270078"/>
            <a:ext cx="16898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Components</a:t>
            </a:r>
            <a:r>
              <a:rPr lang="es-419" sz="1100" dirty="0"/>
              <a:t> (</a:t>
            </a:r>
            <a:r>
              <a:rPr lang="es-419" sz="1100" dirty="0" err="1"/>
              <a:t>controller</a:t>
            </a:r>
            <a:r>
              <a:rPr lang="es-419" sz="1100" dirty="0"/>
              <a:t>)</a:t>
            </a:r>
            <a:endParaRPr lang="es-PE" sz="11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BD8227-CBC9-2FDF-882D-7F77F1031439}"/>
              </a:ext>
            </a:extLst>
          </p:cNvPr>
          <p:cNvCxnSpPr>
            <a:stCxn id="11" idx="1"/>
            <a:endCxn id="6" idx="3"/>
          </p:cNvCxnSpPr>
          <p:nvPr/>
        </p:nvCxnSpPr>
        <p:spPr>
          <a:xfrm flipH="1">
            <a:off x="3660803" y="1278614"/>
            <a:ext cx="1714946" cy="160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BDCBD46-2DCE-FB93-CAA2-0773612F0EA1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3660802" y="1278614"/>
            <a:ext cx="1714947" cy="1849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29EEEA-C1B4-C7AB-EC8C-DB0B8DBE9AD6}"/>
              </a:ext>
            </a:extLst>
          </p:cNvPr>
          <p:cNvSpPr txBox="1"/>
          <p:nvPr/>
        </p:nvSpPr>
        <p:spPr>
          <a:xfrm>
            <a:off x="5604519" y="821380"/>
            <a:ext cx="7569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/>
              <a:t>Variables</a:t>
            </a:r>
          </a:p>
          <a:p>
            <a:r>
              <a:rPr lang="es-419" sz="1100" dirty="0"/>
              <a:t>- </a:t>
            </a:r>
            <a:r>
              <a:rPr lang="es-419" sz="1100" dirty="0" err="1"/>
              <a:t>Models</a:t>
            </a:r>
            <a:endParaRPr lang="es-PE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7EE7F0-72D9-C4DA-AD1E-F648CD171018}"/>
              </a:ext>
            </a:extLst>
          </p:cNvPr>
          <p:cNvSpPr txBox="1"/>
          <p:nvPr/>
        </p:nvSpPr>
        <p:spPr>
          <a:xfrm>
            <a:off x="4251985" y="652103"/>
            <a:ext cx="70564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100" dirty="0" err="1"/>
              <a:t>Binding</a:t>
            </a:r>
            <a:endParaRPr lang="es-419" sz="1100" dirty="0"/>
          </a:p>
          <a:p>
            <a:r>
              <a:rPr lang="es-419" sz="1100" dirty="0" err="1"/>
              <a:t>OneWay</a:t>
            </a:r>
            <a:endParaRPr lang="es-419" sz="1100" dirty="0"/>
          </a:p>
          <a:p>
            <a:r>
              <a:rPr lang="es-419" sz="1100" dirty="0" err="1"/>
              <a:t>TwoWay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303736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288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Arostegui Cunza</dc:creator>
  <cp:lastModifiedBy>Erick Arostegui Cunza</cp:lastModifiedBy>
  <cp:revision>8</cp:revision>
  <dcterms:created xsi:type="dcterms:W3CDTF">2026-02-15T13:46:33Z</dcterms:created>
  <dcterms:modified xsi:type="dcterms:W3CDTF">2026-02-15T16:14:04Z</dcterms:modified>
</cp:coreProperties>
</file>